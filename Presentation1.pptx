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F5FB"/>
    <a:srgbClr val="DEC3F5"/>
    <a:srgbClr val="F1F8EC"/>
    <a:srgbClr val="FFF9E6"/>
    <a:srgbClr val="FDF2EB"/>
    <a:srgbClr val="FFFFFF"/>
    <a:srgbClr val="FCEA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>
        <p:scale>
          <a:sx n="100" d="100"/>
          <a:sy n="100" d="100"/>
        </p:scale>
        <p:origin x="132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26.52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29.21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32.86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35.61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38.10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42.60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0 24575,'0'0'-8191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45.60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49.11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51.594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7:55.8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8:01.43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8:04.43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8:09.310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8:11.58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8:14.20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7T06:28:18.502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9B607-52B1-491A-A2EA-86C3023E177B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057AE-D61D-4FFF-807C-E3AF880016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19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057AE-D61D-4FFF-807C-E3AF8800165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97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95267-3CFF-48BE-C1CA-DF3A7DA032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41C4CB-B8E7-BA0D-85A5-7AE958CA7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E724-E620-D24B-3FFF-AC09CF3DD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62B74-999E-094C-21DA-45C714C63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36C8D-A1D9-F3BC-540A-FCCCC12CA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86421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4957D-F28B-5DE5-9D68-92664F0A3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F8BD-C7A7-C046-3CE0-8B8536205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466D9-7C0B-0323-2CF8-F5B6FD5BE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9DED5-1469-2CCF-242E-D5DA3A100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0D28-F29F-03F3-C351-F7D1DD94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505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FA9E4-DF06-87BF-6CC5-258A26356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C8B3A-34B0-CE92-A09B-2A18F0F55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BB6AF-2088-2E84-BC3A-517577C2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6F54B-ECAE-0E64-7D7A-C028F0CAE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E61F6-4961-412F-76B7-01BC024F4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280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18E73-035E-A37A-60AD-9D496D646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858E2-B785-2F5F-5998-35C5C57397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33B636-79DB-40B4-26CE-5E28C6955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5F684-E77B-48E1-1EFE-56FCD9670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FCF362-B8C0-E20A-C160-ABE203ADE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86CEC0-B19E-AFD8-28BC-9CD118029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55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3991-346F-EBFA-7EE3-0269B940E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B9B30-C54D-4E4F-4D95-662FB954C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0F9C9E-57E0-C23B-C5BC-AF6B42BC3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F8A120-DAF6-6EC0-2169-0BDD7B9C4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3D0AED-76AB-497D-C21B-15BA5562B6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8EFF73-090A-EBA7-8708-5E5EE69DA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4C9250-2128-4ACF-3527-70307BD8F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87ED219-CE8A-8292-8E93-F96217BF5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20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3DE0E-87FA-B73D-FBC6-B2FC06822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6CBF57-C5B5-E0A0-930C-7CAAD576A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A080F-41FE-D0C8-DF0B-E1C55648D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0EEADF-6B6E-67E6-7BA8-07628BD7F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85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89916E-81FA-7567-4E6F-4D2476C2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6C0475-C795-6418-1387-D1BDC94EE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514ACA-D2AB-24F3-B4C0-A2C55777F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46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BB29-A62C-404A-3EEF-12B785A1B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44A41-05E3-D7AB-655C-F672CF494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B8419-D610-9E5C-353D-FD62C7D06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FE47EA-E1FE-5140-B482-5E2E0899A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021211-3085-721A-4C22-CEB55BD3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F64ECB-8FCD-F387-E9DA-C3D2221DD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09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8589F-66FF-D212-A667-0C83776F0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F7CC4E-236C-1510-F917-6DBB5FEE3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AA131-49C6-0567-7436-7AE099DED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DA54E-28CC-6529-FD81-DA46678A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12AB9-8034-ADF1-9C61-4AAEC4C2C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790C6-1291-C809-7234-22C081488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545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B0317-83B2-FAA7-794B-2CEF196F7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06A16-782C-C256-A703-97F2D8FAF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7718D6-FBDC-1253-1D0A-F2BCD30DC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D5826E-A0E5-6D0E-F895-FF28C221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74CBF5-B8D6-CB5A-BF4A-82FE2361D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01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26C8B9-A9FB-F2C5-C5C7-F67B53BDB7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AC1F64-D3CD-AB37-B78B-7A0B07C8F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987FD-0EEC-7F62-366B-132C0DEEC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5DC9E-5C66-98F3-7BA2-CCA310F10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4D37B-D5F4-98F0-56D5-A28AA8F403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1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1A04BC-BEEF-AC70-0D18-675729F56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016BD-1286-BD0E-CBF8-55D157712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AF5955-1DE1-62F3-37B5-F744E2E4CB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1C106-064D-4A20-8A32-61D704111D9A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4097F5-1E9C-C04B-8118-0EC2F67B58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AC16E-953A-2C0D-D644-AFE38CEFCD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F3F279-2489-453E-8DDD-8CD3668AED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2025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9.xml"/><Relationship Id="rId18" Type="http://schemas.openxmlformats.org/officeDocument/2006/relationships/customXml" Target="../ink/ink14.xml"/><Relationship Id="rId3" Type="http://schemas.openxmlformats.org/officeDocument/2006/relationships/image" Target="../media/image3.png"/><Relationship Id="rId21" Type="http://schemas.openxmlformats.org/officeDocument/2006/relationships/image" Target="../media/image4.png"/><Relationship Id="rId7" Type="http://schemas.openxmlformats.org/officeDocument/2006/relationships/customXml" Target="../ink/ink3.xml"/><Relationship Id="rId12" Type="http://schemas.openxmlformats.org/officeDocument/2006/relationships/customXml" Target="../ink/ink8.xml"/><Relationship Id="rId17" Type="http://schemas.openxmlformats.org/officeDocument/2006/relationships/customXml" Target="../ink/ink13.xml"/><Relationship Id="rId2" Type="http://schemas.openxmlformats.org/officeDocument/2006/relationships/image" Target="../media/image18.png"/><Relationship Id="rId16" Type="http://schemas.openxmlformats.org/officeDocument/2006/relationships/customXml" Target="../ink/ink12.xml"/><Relationship Id="rId20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customXml" Target="../ink/ink7.xml"/><Relationship Id="rId24" Type="http://schemas.openxmlformats.org/officeDocument/2006/relationships/image" Target="../media/image20.png"/><Relationship Id="rId5" Type="http://schemas.openxmlformats.org/officeDocument/2006/relationships/image" Target="../media/image130.png"/><Relationship Id="rId15" Type="http://schemas.openxmlformats.org/officeDocument/2006/relationships/customXml" Target="../ink/ink11.xml"/><Relationship Id="rId23" Type="http://schemas.openxmlformats.org/officeDocument/2006/relationships/image" Target="../media/image5.png"/><Relationship Id="rId10" Type="http://schemas.openxmlformats.org/officeDocument/2006/relationships/customXml" Target="../ink/ink6.xml"/><Relationship Id="rId19" Type="http://schemas.openxmlformats.org/officeDocument/2006/relationships/customXml" Target="../ink/ink15.xml"/><Relationship Id="rId4" Type="http://schemas.openxmlformats.org/officeDocument/2006/relationships/customXml" Target="../ink/ink1.xml"/><Relationship Id="rId9" Type="http://schemas.openxmlformats.org/officeDocument/2006/relationships/customXml" Target="../ink/ink5.xml"/><Relationship Id="rId14" Type="http://schemas.openxmlformats.org/officeDocument/2006/relationships/customXml" Target="../ink/ink10.xml"/><Relationship Id="rId22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1D67E01-133F-FE35-5C94-C60B9B687C61}"/>
              </a:ext>
            </a:extLst>
          </p:cNvPr>
          <p:cNvSpPr/>
          <p:nvPr/>
        </p:nvSpPr>
        <p:spPr>
          <a:xfrm>
            <a:off x="8761308" y="409586"/>
            <a:ext cx="3150524" cy="3116548"/>
          </a:xfrm>
          <a:prstGeom prst="rect">
            <a:avLst/>
          </a:prstGeom>
          <a:solidFill>
            <a:srgbClr val="FFF9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8635C7-3D21-C2CB-76C8-B62160CF13BE}"/>
              </a:ext>
            </a:extLst>
          </p:cNvPr>
          <p:cNvSpPr/>
          <p:nvPr/>
        </p:nvSpPr>
        <p:spPr>
          <a:xfrm>
            <a:off x="280169" y="390391"/>
            <a:ext cx="4918364" cy="6077218"/>
          </a:xfrm>
          <a:prstGeom prst="rect">
            <a:avLst/>
          </a:prstGeom>
          <a:solidFill>
            <a:srgbClr val="FDF2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9DB0383-E181-3673-B2BE-64EF2F10CB70}"/>
              </a:ext>
            </a:extLst>
          </p:cNvPr>
          <p:cNvSpPr/>
          <p:nvPr/>
        </p:nvSpPr>
        <p:spPr>
          <a:xfrm>
            <a:off x="5262880" y="409586"/>
            <a:ext cx="3434080" cy="3116548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835548A-E2C2-FBE1-09C7-018D58D3AEB8}"/>
              </a:ext>
            </a:extLst>
          </p:cNvPr>
          <p:cNvSpPr/>
          <p:nvPr/>
        </p:nvSpPr>
        <p:spPr>
          <a:xfrm>
            <a:off x="5261013" y="3593240"/>
            <a:ext cx="6631673" cy="2917220"/>
          </a:xfrm>
          <a:prstGeom prst="rect">
            <a:avLst/>
          </a:prstGeom>
          <a:solidFill>
            <a:srgbClr val="F1F8E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26" name="Picture 2" descr="Data network ">
            <a:extLst>
              <a:ext uri="{FF2B5EF4-FFF2-40B4-BE49-F238E27FC236}">
                <a16:creationId xmlns:a16="http://schemas.microsoft.com/office/drawing/2014/main" id="{8C994745-3DDB-17BC-5BEE-DB0916B4F8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1705337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9BE6C9-8E42-7EF0-61FB-507530250375}"/>
              </a:ext>
            </a:extLst>
          </p:cNvPr>
          <p:cNvCxnSpPr>
            <a:cxnSpLocks/>
          </p:cNvCxnSpPr>
          <p:nvPr/>
        </p:nvCxnSpPr>
        <p:spPr>
          <a:xfrm>
            <a:off x="1016000" y="2092960"/>
            <a:ext cx="10972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F9078FB-F3EE-2DDE-6B23-C8D7CE04BB1B}"/>
              </a:ext>
            </a:extLst>
          </p:cNvPr>
          <p:cNvSpPr txBox="1"/>
          <p:nvPr/>
        </p:nvSpPr>
        <p:spPr>
          <a:xfrm>
            <a:off x="1213703" y="176650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微调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8" name="Picture 4" descr="Cyber criminal ">
            <a:extLst>
              <a:ext uri="{FF2B5EF4-FFF2-40B4-BE49-F238E27FC236}">
                <a16:creationId xmlns:a16="http://schemas.microsoft.com/office/drawing/2014/main" id="{7E08C241-B4B1-495D-234A-A207E1726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928827"/>
            <a:ext cx="447041" cy="44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71840BC0-57E6-0F76-41B8-3E3F291F1226}"/>
              </a:ext>
            </a:extLst>
          </p:cNvPr>
          <p:cNvCxnSpPr>
            <a:cxnSpLocks/>
            <a:stCxn id="1026" idx="0"/>
            <a:endCxn id="1028" idx="1"/>
          </p:cNvCxnSpPr>
          <p:nvPr/>
        </p:nvCxnSpPr>
        <p:spPr>
          <a:xfrm rot="5400000" flipH="1" flipV="1">
            <a:off x="587106" y="1276443"/>
            <a:ext cx="552989" cy="3048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8D2B4CA-16D8-E2B3-DCC3-8E2D5DF0B909}"/>
              </a:ext>
            </a:extLst>
          </p:cNvPr>
          <p:cNvCxnSpPr>
            <a:cxnSpLocks/>
          </p:cNvCxnSpPr>
          <p:nvPr/>
        </p:nvCxnSpPr>
        <p:spPr>
          <a:xfrm>
            <a:off x="1596212" y="1182227"/>
            <a:ext cx="468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AC0C5DC-F8A5-0AF8-5DEC-79257BB9887A}"/>
              </a:ext>
            </a:extLst>
          </p:cNvPr>
          <p:cNvSpPr txBox="1"/>
          <p:nvPr/>
        </p:nvSpPr>
        <p:spPr>
          <a:xfrm>
            <a:off x="1495215" y="843673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微调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30" name="Picture 6" descr="Deep learning ">
            <a:extLst>
              <a:ext uri="{FF2B5EF4-FFF2-40B4-BE49-F238E27FC236}">
                <a16:creationId xmlns:a16="http://schemas.microsoft.com/office/drawing/2014/main" id="{CC529E94-96B4-B446-5AFB-27BB9113E1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42" y="1863386"/>
            <a:ext cx="459147" cy="45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5FD976-1A05-D2F0-4BD8-EC3C2F1E7BEE}"/>
              </a:ext>
            </a:extLst>
          </p:cNvPr>
          <p:cNvSpPr txBox="1"/>
          <p:nvPr/>
        </p:nvSpPr>
        <p:spPr>
          <a:xfrm>
            <a:off x="1928713" y="234131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干净模型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55D953-4860-816F-E094-1C1EB3B06C5E}"/>
              </a:ext>
            </a:extLst>
          </p:cNvPr>
          <p:cNvSpPr txBox="1"/>
          <p:nvPr/>
        </p:nvSpPr>
        <p:spPr>
          <a:xfrm>
            <a:off x="1928713" y="146095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后门模型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F330139F-168F-5B68-B920-C46D0F1A3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5889" y="902112"/>
            <a:ext cx="514253" cy="50066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D71B457E-494B-3F4C-9FEE-D69BBC4BA2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871" y="902112"/>
            <a:ext cx="508153" cy="500727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29075D5-F580-44FE-66B9-1623D80EB9DF}"/>
              </a:ext>
            </a:extLst>
          </p:cNvPr>
          <p:cNvSpPr txBox="1"/>
          <p:nvPr/>
        </p:nvSpPr>
        <p:spPr>
          <a:xfrm>
            <a:off x="3051911" y="928827"/>
            <a:ext cx="27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29" name="AutoShape 12" descr="Uploaded image preview">
            <a:extLst>
              <a:ext uri="{FF2B5EF4-FFF2-40B4-BE49-F238E27FC236}">
                <a16:creationId xmlns:a16="http://schemas.microsoft.com/office/drawing/2014/main" id="{5025EEB7-FD6B-E45E-F11D-1D8DAFB0799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50080" y="3692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AutoShape 14" descr="Uploaded image preview">
            <a:extLst>
              <a:ext uri="{FF2B5EF4-FFF2-40B4-BE49-F238E27FC236}">
                <a16:creationId xmlns:a16="http://schemas.microsoft.com/office/drawing/2014/main" id="{03BA4A8E-7031-599F-8F91-84D5E390964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E029419-6D84-B772-5483-16FC7A63330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917" y="3253998"/>
            <a:ext cx="747163" cy="558378"/>
          </a:xfrm>
          <a:prstGeom prst="rect">
            <a:avLst/>
          </a:prstGeom>
        </p:spPr>
      </p:pic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81361F9-0973-E96D-20B4-555C5B0965BC}"/>
              </a:ext>
            </a:extLst>
          </p:cNvPr>
          <p:cNvCxnSpPr>
            <a:cxnSpLocks/>
          </p:cNvCxnSpPr>
          <p:nvPr/>
        </p:nvCxnSpPr>
        <p:spPr>
          <a:xfrm>
            <a:off x="3377184" y="1182227"/>
            <a:ext cx="14859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id="{0788A1CB-D04D-C8A6-41F4-8788AA36E5B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5812" y="1229668"/>
            <a:ext cx="924327" cy="819491"/>
          </a:xfrm>
          <a:prstGeom prst="bentConnector3">
            <a:avLst>
              <a:gd name="adj1" fmla="val 1197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8A97434-3B23-6BEB-52FE-CEE80FF07E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2987534" y="2173832"/>
            <a:ext cx="1581838" cy="512999"/>
          </a:xfrm>
          <a:prstGeom prst="bentConnector3">
            <a:avLst>
              <a:gd name="adj1" fmla="val 28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4" name="Picture 2" descr="Data network ">
            <a:extLst>
              <a:ext uri="{FF2B5EF4-FFF2-40B4-BE49-F238E27FC236}">
                <a16:creationId xmlns:a16="http://schemas.microsoft.com/office/drawing/2014/main" id="{03DCEEAE-6412-A713-D671-CD4477C7B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3628429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E055E8A-B0FD-007C-1B66-C5D217687B10}"/>
              </a:ext>
            </a:extLst>
          </p:cNvPr>
          <p:cNvCxnSpPr>
            <a:cxnSpLocks/>
          </p:cNvCxnSpPr>
          <p:nvPr/>
        </p:nvCxnSpPr>
        <p:spPr>
          <a:xfrm>
            <a:off x="1016000" y="4016052"/>
            <a:ext cx="10972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65B63528-2785-15DA-28B2-F1E34F268ACF}"/>
              </a:ext>
            </a:extLst>
          </p:cNvPr>
          <p:cNvSpPr txBox="1"/>
          <p:nvPr/>
        </p:nvSpPr>
        <p:spPr>
          <a:xfrm>
            <a:off x="1213703" y="3689594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微调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7" name="Picture 4" descr="Cyber criminal ">
            <a:extLst>
              <a:ext uri="{FF2B5EF4-FFF2-40B4-BE49-F238E27FC236}">
                <a16:creationId xmlns:a16="http://schemas.microsoft.com/office/drawing/2014/main" id="{3A71636E-1A70-C7A1-C593-B8A371EF04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2851919"/>
            <a:ext cx="447041" cy="44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E4A3EB3E-D819-E4D4-4132-3F081A137406}"/>
              </a:ext>
            </a:extLst>
          </p:cNvPr>
          <p:cNvCxnSpPr>
            <a:cxnSpLocks/>
            <a:stCxn id="54" idx="0"/>
            <a:endCxn id="57" idx="1"/>
          </p:cNvCxnSpPr>
          <p:nvPr/>
        </p:nvCxnSpPr>
        <p:spPr>
          <a:xfrm rot="5400000" flipH="1" flipV="1">
            <a:off x="587106" y="3199535"/>
            <a:ext cx="552989" cy="3048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3BE9146C-7F9A-AFA8-8CA7-F1D98F4700DA}"/>
              </a:ext>
            </a:extLst>
          </p:cNvPr>
          <p:cNvCxnSpPr>
            <a:cxnSpLocks/>
          </p:cNvCxnSpPr>
          <p:nvPr/>
        </p:nvCxnSpPr>
        <p:spPr>
          <a:xfrm>
            <a:off x="1596212" y="3105319"/>
            <a:ext cx="468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B067CB0-7C36-602B-4CE9-A262E941FA96}"/>
              </a:ext>
            </a:extLst>
          </p:cNvPr>
          <p:cNvSpPr txBox="1"/>
          <p:nvPr/>
        </p:nvSpPr>
        <p:spPr>
          <a:xfrm>
            <a:off x="1495215" y="2766765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微调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1" name="Picture 6" descr="Deep learning ">
            <a:extLst>
              <a:ext uri="{FF2B5EF4-FFF2-40B4-BE49-F238E27FC236}">
                <a16:creationId xmlns:a16="http://schemas.microsoft.com/office/drawing/2014/main" id="{3A7F4E61-8C6E-7371-9B4B-139FC77F12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42" y="3786478"/>
            <a:ext cx="459147" cy="45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9C284E40-754E-274B-EABA-46327F08BF97}"/>
              </a:ext>
            </a:extLst>
          </p:cNvPr>
          <p:cNvSpPr txBox="1"/>
          <p:nvPr/>
        </p:nvSpPr>
        <p:spPr>
          <a:xfrm>
            <a:off x="1928713" y="426440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干净模型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191CFB3-598A-0F03-E4E7-581B1100E253}"/>
              </a:ext>
            </a:extLst>
          </p:cNvPr>
          <p:cNvSpPr txBox="1"/>
          <p:nvPr/>
        </p:nvSpPr>
        <p:spPr>
          <a:xfrm>
            <a:off x="1928713" y="338404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后门模型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24" name="Picture 1023">
            <a:extLst>
              <a:ext uri="{FF2B5EF4-FFF2-40B4-BE49-F238E27FC236}">
                <a16:creationId xmlns:a16="http://schemas.microsoft.com/office/drawing/2014/main" id="{174B2971-AB94-E8EF-FE01-CF367EDB2D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5889" y="2825204"/>
            <a:ext cx="514253" cy="500665"/>
          </a:xfrm>
          <a:prstGeom prst="rect">
            <a:avLst/>
          </a:prstGeom>
        </p:spPr>
      </p:pic>
      <p:pic>
        <p:nvPicPr>
          <p:cNvPr id="1025" name="Picture 1024">
            <a:extLst>
              <a:ext uri="{FF2B5EF4-FFF2-40B4-BE49-F238E27FC236}">
                <a16:creationId xmlns:a16="http://schemas.microsoft.com/office/drawing/2014/main" id="{FF1CC1C6-4DD4-6B53-CDB2-D0DBF40BDB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871" y="2825204"/>
            <a:ext cx="508153" cy="500727"/>
          </a:xfrm>
          <a:prstGeom prst="rect">
            <a:avLst/>
          </a:prstGeom>
        </p:spPr>
      </p:pic>
      <p:sp>
        <p:nvSpPr>
          <p:cNvPr id="1027" name="TextBox 1026">
            <a:extLst>
              <a:ext uri="{FF2B5EF4-FFF2-40B4-BE49-F238E27FC236}">
                <a16:creationId xmlns:a16="http://schemas.microsoft.com/office/drawing/2014/main" id="{8934F7AD-C260-BFE3-2DB8-85FE2D18356A}"/>
              </a:ext>
            </a:extLst>
          </p:cNvPr>
          <p:cNvSpPr txBox="1"/>
          <p:nvPr/>
        </p:nvSpPr>
        <p:spPr>
          <a:xfrm>
            <a:off x="3051911" y="2851919"/>
            <a:ext cx="27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029" name="Straight Connector 1028">
            <a:extLst>
              <a:ext uri="{FF2B5EF4-FFF2-40B4-BE49-F238E27FC236}">
                <a16:creationId xmlns:a16="http://schemas.microsoft.com/office/drawing/2014/main" id="{AF4A6F1B-03E3-1FCE-AF45-EA9EA5383374}"/>
              </a:ext>
            </a:extLst>
          </p:cNvPr>
          <p:cNvCxnSpPr>
            <a:cxnSpLocks/>
          </p:cNvCxnSpPr>
          <p:nvPr/>
        </p:nvCxnSpPr>
        <p:spPr>
          <a:xfrm>
            <a:off x="3377184" y="3105319"/>
            <a:ext cx="14859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1" name="Connector: Elbow 1030">
            <a:extLst>
              <a:ext uri="{FF2B5EF4-FFF2-40B4-BE49-F238E27FC236}">
                <a16:creationId xmlns:a16="http://schemas.microsoft.com/office/drawing/2014/main" id="{3AD886EF-B2C0-AC95-494D-C18831CB159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5812" y="3164534"/>
            <a:ext cx="924327" cy="819491"/>
          </a:xfrm>
          <a:prstGeom prst="bentConnector3">
            <a:avLst>
              <a:gd name="adj1" fmla="val 1197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38" name="Straight Arrow Connector 1037">
            <a:extLst>
              <a:ext uri="{FF2B5EF4-FFF2-40B4-BE49-F238E27FC236}">
                <a16:creationId xmlns:a16="http://schemas.microsoft.com/office/drawing/2014/main" id="{D7EC4313-7C84-D05E-EFFA-F829A276A5AE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3520371" y="3533187"/>
            <a:ext cx="1825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55" name="Picture 2" descr="Data network ">
            <a:extLst>
              <a:ext uri="{FF2B5EF4-FFF2-40B4-BE49-F238E27FC236}">
                <a16:creationId xmlns:a16="http://schemas.microsoft.com/office/drawing/2014/main" id="{CE54F537-59CC-BA55-6839-22E89F8A3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400" y="5493082"/>
            <a:ext cx="609600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0A4F8C0C-BBA9-5FC3-AF1C-4AE1A4D9B439}"/>
              </a:ext>
            </a:extLst>
          </p:cNvPr>
          <p:cNvCxnSpPr>
            <a:cxnSpLocks/>
          </p:cNvCxnSpPr>
          <p:nvPr/>
        </p:nvCxnSpPr>
        <p:spPr>
          <a:xfrm>
            <a:off x="1016000" y="5880705"/>
            <a:ext cx="109728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7" name="TextBox 1056">
            <a:extLst>
              <a:ext uri="{FF2B5EF4-FFF2-40B4-BE49-F238E27FC236}">
                <a16:creationId xmlns:a16="http://schemas.microsoft.com/office/drawing/2014/main" id="{03CE6D21-7174-10BA-E2D5-B27EE9FCA432}"/>
              </a:ext>
            </a:extLst>
          </p:cNvPr>
          <p:cNvSpPr txBox="1"/>
          <p:nvPr/>
        </p:nvSpPr>
        <p:spPr>
          <a:xfrm>
            <a:off x="1213703" y="5554247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微调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58" name="Picture 4" descr="Cyber criminal ">
            <a:extLst>
              <a:ext uri="{FF2B5EF4-FFF2-40B4-BE49-F238E27FC236}">
                <a16:creationId xmlns:a16="http://schemas.microsoft.com/office/drawing/2014/main" id="{A57B1C16-1A01-1EC5-6BB4-614ED1DC49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4716572"/>
            <a:ext cx="447041" cy="447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59" name="Connector: Elbow 1058">
            <a:extLst>
              <a:ext uri="{FF2B5EF4-FFF2-40B4-BE49-F238E27FC236}">
                <a16:creationId xmlns:a16="http://schemas.microsoft.com/office/drawing/2014/main" id="{11231744-D52B-5596-4C43-B7E9211FF16B}"/>
              </a:ext>
            </a:extLst>
          </p:cNvPr>
          <p:cNvCxnSpPr>
            <a:cxnSpLocks/>
            <a:stCxn id="1055" idx="0"/>
            <a:endCxn id="1058" idx="1"/>
          </p:cNvCxnSpPr>
          <p:nvPr/>
        </p:nvCxnSpPr>
        <p:spPr>
          <a:xfrm rot="5400000" flipH="1" flipV="1">
            <a:off x="587106" y="5064188"/>
            <a:ext cx="552989" cy="30480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C1210911-C795-8BD0-A888-5858F3E88417}"/>
              </a:ext>
            </a:extLst>
          </p:cNvPr>
          <p:cNvCxnSpPr>
            <a:cxnSpLocks/>
          </p:cNvCxnSpPr>
          <p:nvPr/>
        </p:nvCxnSpPr>
        <p:spPr>
          <a:xfrm>
            <a:off x="1596212" y="4969972"/>
            <a:ext cx="4688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1" name="TextBox 1060">
            <a:extLst>
              <a:ext uri="{FF2B5EF4-FFF2-40B4-BE49-F238E27FC236}">
                <a16:creationId xmlns:a16="http://schemas.microsoft.com/office/drawing/2014/main" id="{D683477A-7DFD-FC5C-DCC1-10B0A61489CF}"/>
              </a:ext>
            </a:extLst>
          </p:cNvPr>
          <p:cNvSpPr txBox="1"/>
          <p:nvPr/>
        </p:nvSpPr>
        <p:spPr>
          <a:xfrm>
            <a:off x="1495215" y="463141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微调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62" name="Picture 6" descr="Deep learning ">
            <a:extLst>
              <a:ext uri="{FF2B5EF4-FFF2-40B4-BE49-F238E27FC236}">
                <a16:creationId xmlns:a16="http://schemas.microsoft.com/office/drawing/2014/main" id="{96C407EB-6CF9-B212-0F0E-4985D92BB4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1842" y="5651131"/>
            <a:ext cx="459147" cy="459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63" name="TextBox 1062">
            <a:extLst>
              <a:ext uri="{FF2B5EF4-FFF2-40B4-BE49-F238E27FC236}">
                <a16:creationId xmlns:a16="http://schemas.microsoft.com/office/drawing/2014/main" id="{26AEEC17-B052-9FDC-84D7-9305F3F4320A}"/>
              </a:ext>
            </a:extLst>
          </p:cNvPr>
          <p:cNvSpPr txBox="1"/>
          <p:nvPr/>
        </p:nvSpPr>
        <p:spPr>
          <a:xfrm>
            <a:off x="1928713" y="612905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干净模型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64" name="TextBox 1063">
            <a:extLst>
              <a:ext uri="{FF2B5EF4-FFF2-40B4-BE49-F238E27FC236}">
                <a16:creationId xmlns:a16="http://schemas.microsoft.com/office/drawing/2014/main" id="{87D4BB98-B8CF-EBCF-9EEB-8DDA0BD9275B}"/>
              </a:ext>
            </a:extLst>
          </p:cNvPr>
          <p:cNvSpPr txBox="1"/>
          <p:nvPr/>
        </p:nvSpPr>
        <p:spPr>
          <a:xfrm>
            <a:off x="1928713" y="5248700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后门模型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65" name="Picture 1064">
            <a:extLst>
              <a:ext uri="{FF2B5EF4-FFF2-40B4-BE49-F238E27FC236}">
                <a16:creationId xmlns:a16="http://schemas.microsoft.com/office/drawing/2014/main" id="{7EC9A3B4-059C-1E4B-5B43-7A7EC6AE65F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5889" y="4689857"/>
            <a:ext cx="514253" cy="500665"/>
          </a:xfrm>
          <a:prstGeom prst="rect">
            <a:avLst/>
          </a:prstGeom>
        </p:spPr>
      </p:pic>
      <p:pic>
        <p:nvPicPr>
          <p:cNvPr id="1066" name="Picture 1065">
            <a:extLst>
              <a:ext uri="{FF2B5EF4-FFF2-40B4-BE49-F238E27FC236}">
                <a16:creationId xmlns:a16="http://schemas.microsoft.com/office/drawing/2014/main" id="{38F5927E-083B-1468-20EC-7D7886E71B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04871" y="4689857"/>
            <a:ext cx="508153" cy="500727"/>
          </a:xfrm>
          <a:prstGeom prst="rect">
            <a:avLst/>
          </a:prstGeom>
        </p:spPr>
      </p:pic>
      <p:sp>
        <p:nvSpPr>
          <p:cNvPr id="1067" name="TextBox 1066">
            <a:extLst>
              <a:ext uri="{FF2B5EF4-FFF2-40B4-BE49-F238E27FC236}">
                <a16:creationId xmlns:a16="http://schemas.microsoft.com/office/drawing/2014/main" id="{28D1737C-A9F3-CE17-ADE0-67299F21FAB4}"/>
              </a:ext>
            </a:extLst>
          </p:cNvPr>
          <p:cNvSpPr txBox="1"/>
          <p:nvPr/>
        </p:nvSpPr>
        <p:spPr>
          <a:xfrm>
            <a:off x="3051911" y="4716572"/>
            <a:ext cx="27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cxnSp>
        <p:nvCxnSpPr>
          <p:cNvPr id="1068" name="Straight Connector 1067">
            <a:extLst>
              <a:ext uri="{FF2B5EF4-FFF2-40B4-BE49-F238E27FC236}">
                <a16:creationId xmlns:a16="http://schemas.microsoft.com/office/drawing/2014/main" id="{B5AEEB18-FA5F-8CB2-D83F-D070A7ADE981}"/>
              </a:ext>
            </a:extLst>
          </p:cNvPr>
          <p:cNvCxnSpPr>
            <a:cxnSpLocks/>
          </p:cNvCxnSpPr>
          <p:nvPr/>
        </p:nvCxnSpPr>
        <p:spPr>
          <a:xfrm>
            <a:off x="3377184" y="4969972"/>
            <a:ext cx="148597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69" name="Connector: Elbow 1068">
            <a:extLst>
              <a:ext uri="{FF2B5EF4-FFF2-40B4-BE49-F238E27FC236}">
                <a16:creationId xmlns:a16="http://schemas.microsoft.com/office/drawing/2014/main" id="{01327E87-9C98-522D-82AB-86D585463407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655812" y="5017413"/>
            <a:ext cx="924327" cy="819491"/>
          </a:xfrm>
          <a:prstGeom prst="bentConnector3">
            <a:avLst>
              <a:gd name="adj1" fmla="val 1197"/>
            </a:avLst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71" name="Connector: Elbow 1070">
            <a:extLst>
              <a:ext uri="{FF2B5EF4-FFF2-40B4-BE49-F238E27FC236}">
                <a16:creationId xmlns:a16="http://schemas.microsoft.com/office/drawing/2014/main" id="{5DACD082-F5F7-967D-98C3-73B4CA715D54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149789" y="4558840"/>
            <a:ext cx="1236913" cy="48104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3" name="TextBox 1072">
            <a:extLst>
              <a:ext uri="{FF2B5EF4-FFF2-40B4-BE49-F238E27FC236}">
                <a16:creationId xmlns:a16="http://schemas.microsoft.com/office/drawing/2014/main" id="{ADA8798A-093F-9DFF-9272-1EB4427A90CE}"/>
              </a:ext>
            </a:extLst>
          </p:cNvPr>
          <p:cNvSpPr txBox="1"/>
          <p:nvPr/>
        </p:nvSpPr>
        <p:spPr>
          <a:xfrm>
            <a:off x="3017669" y="2234176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向量提取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74" name="TextBox 1073">
            <a:extLst>
              <a:ext uri="{FF2B5EF4-FFF2-40B4-BE49-F238E27FC236}">
                <a16:creationId xmlns:a16="http://schemas.microsoft.com/office/drawing/2014/main" id="{9413C066-DBC3-9C89-D02A-FAF0B40554CD}"/>
              </a:ext>
            </a:extLst>
          </p:cNvPr>
          <p:cNvSpPr txBox="1"/>
          <p:nvPr/>
        </p:nvSpPr>
        <p:spPr>
          <a:xfrm>
            <a:off x="3029550" y="433133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向量提取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75" name="Picture 16" descr="Cursor ">
            <a:extLst>
              <a:ext uri="{FF2B5EF4-FFF2-40B4-BE49-F238E27FC236}">
                <a16:creationId xmlns:a16="http://schemas.microsoft.com/office/drawing/2014/main" id="{A4E4F9D2-3D48-14AE-32B9-CD8A29787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167" y="1300482"/>
            <a:ext cx="410171" cy="41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6" name="Picture 18" descr="Cursor ">
            <a:extLst>
              <a:ext uri="{FF2B5EF4-FFF2-40B4-BE49-F238E27FC236}">
                <a16:creationId xmlns:a16="http://schemas.microsoft.com/office/drawing/2014/main" id="{6DF4C0A6-7F0D-14FC-A8BF-AB418A9D8C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7023" y="3362697"/>
            <a:ext cx="440241" cy="440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77" name="Picture 20" descr="Cursor">
            <a:extLst>
              <a:ext uri="{FF2B5EF4-FFF2-40B4-BE49-F238E27FC236}">
                <a16:creationId xmlns:a16="http://schemas.microsoft.com/office/drawing/2014/main" id="{5523808A-0C9C-1BE4-F1F7-7CC3A3018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3325" y="5505413"/>
            <a:ext cx="407867" cy="407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79" name="Straight Arrow Connector 1078">
            <a:extLst>
              <a:ext uri="{FF2B5EF4-FFF2-40B4-BE49-F238E27FC236}">
                <a16:creationId xmlns:a16="http://schemas.microsoft.com/office/drawing/2014/main" id="{9B8C8DB0-110D-A2C4-39FA-33EE4FC9E52B}"/>
              </a:ext>
            </a:extLst>
          </p:cNvPr>
          <p:cNvCxnSpPr>
            <a:cxnSpLocks/>
          </p:cNvCxnSpPr>
          <p:nvPr/>
        </p:nvCxnSpPr>
        <p:spPr>
          <a:xfrm>
            <a:off x="4440244" y="3533187"/>
            <a:ext cx="1825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1" name="Connector: Elbow 1080">
            <a:extLst>
              <a:ext uri="{FF2B5EF4-FFF2-40B4-BE49-F238E27FC236}">
                <a16:creationId xmlns:a16="http://schemas.microsoft.com/office/drawing/2014/main" id="{4A004896-DDD1-8857-F571-014E759B0058}"/>
              </a:ext>
            </a:extLst>
          </p:cNvPr>
          <p:cNvCxnSpPr>
            <a:cxnSpLocks/>
            <a:endCxn id="1075" idx="1"/>
          </p:cNvCxnSpPr>
          <p:nvPr/>
        </p:nvCxnSpPr>
        <p:spPr>
          <a:xfrm rot="5400000" flipH="1" flipV="1">
            <a:off x="3537741" y="2158826"/>
            <a:ext cx="1715684" cy="409168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5" name="Connector: Elbow 1084">
            <a:extLst>
              <a:ext uri="{FF2B5EF4-FFF2-40B4-BE49-F238E27FC236}">
                <a16:creationId xmlns:a16="http://schemas.microsoft.com/office/drawing/2014/main" id="{643C66DD-6E44-B1DD-B90E-442EC2844E1F}"/>
              </a:ext>
            </a:extLst>
          </p:cNvPr>
          <p:cNvCxnSpPr>
            <a:cxnSpLocks/>
            <a:endCxn id="1077" idx="1"/>
          </p:cNvCxnSpPr>
          <p:nvPr/>
        </p:nvCxnSpPr>
        <p:spPr>
          <a:xfrm rot="16200000" flipH="1">
            <a:off x="3690674" y="4726695"/>
            <a:ext cx="1517839" cy="447464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TextBox 1088">
            <a:extLst>
              <a:ext uri="{FF2B5EF4-FFF2-40B4-BE49-F238E27FC236}">
                <a16:creationId xmlns:a16="http://schemas.microsoft.com/office/drawing/2014/main" id="{BB4521C3-D287-9401-679F-FB45C502F974}"/>
              </a:ext>
            </a:extLst>
          </p:cNvPr>
          <p:cNvSpPr txBox="1"/>
          <p:nvPr/>
        </p:nvSpPr>
        <p:spPr>
          <a:xfrm>
            <a:off x="3676818" y="3812376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向量池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C9F60C2F-ED0B-07B6-162F-E48E560B668F}"/>
              </a:ext>
            </a:extLst>
          </p:cNvPr>
          <p:cNvSpPr txBox="1"/>
          <p:nvPr/>
        </p:nvSpPr>
        <p:spPr>
          <a:xfrm>
            <a:off x="4271153" y="1663375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候选原型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6643A81B-06A6-091A-E0D8-BE0772A89BB8}"/>
              </a:ext>
            </a:extLst>
          </p:cNvPr>
          <p:cNvSpPr txBox="1"/>
          <p:nvPr/>
        </p:nvSpPr>
        <p:spPr>
          <a:xfrm>
            <a:off x="4284777" y="5866653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候选原型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0F2A6300-6337-01D3-CA47-663E1682FE39}"/>
              </a:ext>
            </a:extLst>
          </p:cNvPr>
          <p:cNvSpPr txBox="1"/>
          <p:nvPr/>
        </p:nvSpPr>
        <p:spPr>
          <a:xfrm>
            <a:off x="4146785" y="223694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向量聚合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45FD8EDD-394A-6608-46EE-166BADE00F50}"/>
              </a:ext>
            </a:extLst>
          </p:cNvPr>
          <p:cNvSpPr txBox="1"/>
          <p:nvPr/>
        </p:nvSpPr>
        <p:spPr>
          <a:xfrm>
            <a:off x="4194997" y="432505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向量聚合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8C60F46D-4A3A-880E-11B4-A43948C2C26B}"/>
              </a:ext>
            </a:extLst>
          </p:cNvPr>
          <p:cNvSpPr txBox="1"/>
          <p:nvPr/>
        </p:nvSpPr>
        <p:spPr>
          <a:xfrm>
            <a:off x="278302" y="40958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后门模拟</a:t>
            </a:r>
            <a:endParaRPr lang="en-US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95" name="TextBox 1094">
            <a:extLst>
              <a:ext uri="{FF2B5EF4-FFF2-40B4-BE49-F238E27FC236}">
                <a16:creationId xmlns:a16="http://schemas.microsoft.com/office/drawing/2014/main" id="{1AAA41FA-5A15-3214-DD7A-4A9E7D63FD64}"/>
              </a:ext>
            </a:extLst>
          </p:cNvPr>
          <p:cNvSpPr txBox="1"/>
          <p:nvPr/>
        </p:nvSpPr>
        <p:spPr>
          <a:xfrm>
            <a:off x="4607805" y="2615478"/>
            <a:ext cx="27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96" name="TextBox 1095">
            <a:extLst>
              <a:ext uri="{FF2B5EF4-FFF2-40B4-BE49-F238E27FC236}">
                <a16:creationId xmlns:a16="http://schemas.microsoft.com/office/drawing/2014/main" id="{941A89A2-3819-53D0-4572-B79C0415BEBC}"/>
              </a:ext>
            </a:extLst>
          </p:cNvPr>
          <p:cNvSpPr txBox="1"/>
          <p:nvPr/>
        </p:nvSpPr>
        <p:spPr>
          <a:xfrm>
            <a:off x="4637023" y="4757131"/>
            <a:ext cx="278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…</a:t>
            </a:r>
          </a:p>
        </p:txBody>
      </p:sp>
      <p:sp>
        <p:nvSpPr>
          <p:cNvPr id="1097" name="TextBox 1096">
            <a:extLst>
              <a:ext uri="{FF2B5EF4-FFF2-40B4-BE49-F238E27FC236}">
                <a16:creationId xmlns:a16="http://schemas.microsoft.com/office/drawing/2014/main" id="{EFE0289B-72FF-747E-1559-AA21ABF98CCE}"/>
              </a:ext>
            </a:extLst>
          </p:cNvPr>
          <p:cNvSpPr txBox="1"/>
          <p:nvPr/>
        </p:nvSpPr>
        <p:spPr>
          <a:xfrm>
            <a:off x="5261013" y="361232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模型净化</a:t>
            </a:r>
            <a:endParaRPr lang="en-US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098" name="Picture 6" descr="Deep learning ">
            <a:extLst>
              <a:ext uri="{FF2B5EF4-FFF2-40B4-BE49-F238E27FC236}">
                <a16:creationId xmlns:a16="http://schemas.microsoft.com/office/drawing/2014/main" id="{B739DD03-DDA5-29F8-C43C-FC63415FB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2441" y="843673"/>
            <a:ext cx="660601" cy="66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0" name="Picture 1099">
            <a:extLst>
              <a:ext uri="{FF2B5EF4-FFF2-40B4-BE49-F238E27FC236}">
                <a16:creationId xmlns:a16="http://schemas.microsoft.com/office/drawing/2014/main" id="{CF67F945-8C1B-A75D-B995-6A40CF145EB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24472" y="736967"/>
            <a:ext cx="746515" cy="736944"/>
          </a:xfrm>
          <a:prstGeom prst="rect">
            <a:avLst/>
          </a:prstGeom>
        </p:spPr>
      </p:pic>
      <p:sp>
        <p:nvSpPr>
          <p:cNvPr id="1101" name="TextBox 1100">
            <a:extLst>
              <a:ext uri="{FF2B5EF4-FFF2-40B4-BE49-F238E27FC236}">
                <a16:creationId xmlns:a16="http://schemas.microsoft.com/office/drawing/2014/main" id="{263F4FBB-A091-2147-564D-E943582307FB}"/>
              </a:ext>
            </a:extLst>
          </p:cNvPr>
          <p:cNvSpPr txBox="1"/>
          <p:nvPr/>
        </p:nvSpPr>
        <p:spPr>
          <a:xfrm>
            <a:off x="5673198" y="15042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基础模型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2" name="TextBox 1101">
            <a:extLst>
              <a:ext uri="{FF2B5EF4-FFF2-40B4-BE49-F238E27FC236}">
                <a16:creationId xmlns:a16="http://schemas.microsoft.com/office/drawing/2014/main" id="{AF5791FE-25A7-329E-3E1C-E8EC5AACB0EB}"/>
              </a:ext>
            </a:extLst>
          </p:cNvPr>
          <p:cNvSpPr txBox="1"/>
          <p:nvPr/>
        </p:nvSpPr>
        <p:spPr>
          <a:xfrm>
            <a:off x="7434914" y="150427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后门模型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04" name="Left Bracket 1103">
            <a:extLst>
              <a:ext uri="{FF2B5EF4-FFF2-40B4-BE49-F238E27FC236}">
                <a16:creationId xmlns:a16="http://schemas.microsoft.com/office/drawing/2014/main" id="{8B6C9C82-EC02-7652-D52F-8CD7613FC33F}"/>
              </a:ext>
            </a:extLst>
          </p:cNvPr>
          <p:cNvSpPr/>
          <p:nvPr/>
        </p:nvSpPr>
        <p:spPr>
          <a:xfrm rot="16200000">
            <a:off x="6987540" y="971846"/>
            <a:ext cx="45719" cy="1828800"/>
          </a:xfrm>
          <a:prstGeom prst="leftBracke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05" name="Picture 16" descr="Cursor ">
            <a:extLst>
              <a:ext uri="{FF2B5EF4-FFF2-40B4-BE49-F238E27FC236}">
                <a16:creationId xmlns:a16="http://schemas.microsoft.com/office/drawing/2014/main" id="{9B45553A-CB3B-D159-642C-25C29DB06F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6388" y="2546087"/>
            <a:ext cx="410171" cy="4101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6" name="Picture 18" descr="Cursor ">
            <a:extLst>
              <a:ext uri="{FF2B5EF4-FFF2-40B4-BE49-F238E27FC236}">
                <a16:creationId xmlns:a16="http://schemas.microsoft.com/office/drawing/2014/main" id="{B038E6AC-8813-6A07-98BE-7300C9D03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047" y="2783770"/>
            <a:ext cx="402079" cy="40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07" name="Picture 20" descr="Cursor">
            <a:extLst>
              <a:ext uri="{FF2B5EF4-FFF2-40B4-BE49-F238E27FC236}">
                <a16:creationId xmlns:a16="http://schemas.microsoft.com/office/drawing/2014/main" id="{D4D39359-C460-63F6-6242-A02792443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4" y="2355125"/>
            <a:ext cx="421299" cy="42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08" name="TextBox 1107">
            <a:extLst>
              <a:ext uri="{FF2B5EF4-FFF2-40B4-BE49-F238E27FC236}">
                <a16:creationId xmlns:a16="http://schemas.microsoft.com/office/drawing/2014/main" id="{57313ADA-A806-8A98-A8B3-9B03C6A5EC94}"/>
              </a:ext>
            </a:extLst>
          </p:cNvPr>
          <p:cNvSpPr txBox="1"/>
          <p:nvPr/>
        </p:nvSpPr>
        <p:spPr>
          <a:xfrm>
            <a:off x="5252114" y="314950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候选原型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10" name="Straight Arrow Connector 1109">
            <a:extLst>
              <a:ext uri="{FF2B5EF4-FFF2-40B4-BE49-F238E27FC236}">
                <a16:creationId xmlns:a16="http://schemas.microsoft.com/office/drawing/2014/main" id="{ED562062-859E-4B29-AC6C-FD12E813FFEE}"/>
              </a:ext>
            </a:extLst>
          </p:cNvPr>
          <p:cNvCxnSpPr>
            <a:stCxn id="1104" idx="1"/>
          </p:cNvCxnSpPr>
          <p:nvPr/>
        </p:nvCxnSpPr>
        <p:spPr>
          <a:xfrm flipH="1">
            <a:off x="7010399" y="1909106"/>
            <a:ext cx="1" cy="3250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11" name="Picture 22" descr="Navigate">
            <a:extLst>
              <a:ext uri="{FF2B5EF4-FFF2-40B4-BE49-F238E27FC236}">
                <a16:creationId xmlns:a16="http://schemas.microsoft.com/office/drawing/2014/main" id="{3152846C-A227-6142-95E8-34A7C8524C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445" y="2234176"/>
            <a:ext cx="375411" cy="37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12" name="TextBox 1111">
            <a:extLst>
              <a:ext uri="{FF2B5EF4-FFF2-40B4-BE49-F238E27FC236}">
                <a16:creationId xmlns:a16="http://schemas.microsoft.com/office/drawing/2014/main" id="{D44B6C46-E335-C98B-1238-64DAE4849C6F}"/>
              </a:ext>
            </a:extLst>
          </p:cNvPr>
          <p:cNvSpPr txBox="1"/>
          <p:nvPr/>
        </p:nvSpPr>
        <p:spPr>
          <a:xfrm>
            <a:off x="7221030" y="220978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后门向量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16" name="Connector: Elbow 1115">
            <a:extLst>
              <a:ext uri="{FF2B5EF4-FFF2-40B4-BE49-F238E27FC236}">
                <a16:creationId xmlns:a16="http://schemas.microsoft.com/office/drawing/2014/main" id="{3773DCA7-00AD-61BF-B474-A0B63EE22B61}"/>
              </a:ext>
            </a:extLst>
          </p:cNvPr>
          <p:cNvCxnSpPr>
            <a:cxnSpLocks/>
          </p:cNvCxnSpPr>
          <p:nvPr/>
        </p:nvCxnSpPr>
        <p:spPr>
          <a:xfrm rot="10800000" flipV="1">
            <a:off x="6059497" y="2679864"/>
            <a:ext cx="950904" cy="432252"/>
          </a:xfrm>
          <a:prstGeom prst="bentConnector3">
            <a:avLst>
              <a:gd name="adj1" fmla="val -485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21" name="TextBox 1120">
            <a:extLst>
              <a:ext uri="{FF2B5EF4-FFF2-40B4-BE49-F238E27FC236}">
                <a16:creationId xmlns:a16="http://schemas.microsoft.com/office/drawing/2014/main" id="{1B8CF3AC-98C0-31E4-1F07-4DC571AD7EC9}"/>
              </a:ext>
            </a:extLst>
          </p:cNvPr>
          <p:cNvSpPr txBox="1"/>
          <p:nvPr/>
        </p:nvSpPr>
        <p:spPr>
          <a:xfrm>
            <a:off x="6238421" y="2655927"/>
            <a:ext cx="8354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err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CosSim</a:t>
            </a:r>
            <a:endParaRPr 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1123" name="Straight Arrow Connector 1122">
            <a:extLst>
              <a:ext uri="{FF2B5EF4-FFF2-40B4-BE49-F238E27FC236}">
                <a16:creationId xmlns:a16="http://schemas.microsoft.com/office/drawing/2014/main" id="{D9FCF8E5-6DC2-FA25-0357-4C9CCE1F6777}"/>
              </a:ext>
            </a:extLst>
          </p:cNvPr>
          <p:cNvCxnSpPr>
            <a:stCxn id="1121" idx="3"/>
          </p:cNvCxnSpPr>
          <p:nvPr/>
        </p:nvCxnSpPr>
        <p:spPr>
          <a:xfrm>
            <a:off x="7073906" y="2825204"/>
            <a:ext cx="561334" cy="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124" name="Picture 18" descr="Cursor ">
            <a:extLst>
              <a:ext uri="{FF2B5EF4-FFF2-40B4-BE49-F238E27FC236}">
                <a16:creationId xmlns:a16="http://schemas.microsoft.com/office/drawing/2014/main" id="{34F77AEB-9290-65C0-3828-1C2D276338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689" y="2650879"/>
            <a:ext cx="402079" cy="40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5" name="TextBox 1124">
            <a:extLst>
              <a:ext uri="{FF2B5EF4-FFF2-40B4-BE49-F238E27FC236}">
                <a16:creationId xmlns:a16="http://schemas.microsoft.com/office/drawing/2014/main" id="{9D925349-56C0-3BB9-A034-C98E46D3CEEB}"/>
              </a:ext>
            </a:extLst>
          </p:cNvPr>
          <p:cNvSpPr txBox="1"/>
          <p:nvPr/>
        </p:nvSpPr>
        <p:spPr>
          <a:xfrm>
            <a:off x="7476301" y="3038064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原型向量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26" name="TextBox 1125">
            <a:extLst>
              <a:ext uri="{FF2B5EF4-FFF2-40B4-BE49-F238E27FC236}">
                <a16:creationId xmlns:a16="http://schemas.microsoft.com/office/drawing/2014/main" id="{AC037132-2B29-17F9-8BD6-E937DAA8C5AE}"/>
              </a:ext>
            </a:extLst>
          </p:cNvPr>
          <p:cNvSpPr txBox="1"/>
          <p:nvPr/>
        </p:nvSpPr>
        <p:spPr>
          <a:xfrm>
            <a:off x="8778419" y="42471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边界层检测</a:t>
            </a:r>
            <a:endParaRPr lang="en-US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132" name="Straight Connector 1131">
            <a:extLst>
              <a:ext uri="{FF2B5EF4-FFF2-40B4-BE49-F238E27FC236}">
                <a16:creationId xmlns:a16="http://schemas.microsoft.com/office/drawing/2014/main" id="{FD063C04-6B63-CD6F-2EED-7837FD41FA2F}"/>
              </a:ext>
            </a:extLst>
          </p:cNvPr>
          <p:cNvCxnSpPr>
            <a:cxnSpLocks/>
          </p:cNvCxnSpPr>
          <p:nvPr/>
        </p:nvCxnSpPr>
        <p:spPr>
          <a:xfrm>
            <a:off x="8153400" y="2825204"/>
            <a:ext cx="3474720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37" name="Straight Connector 1136">
            <a:extLst>
              <a:ext uri="{FF2B5EF4-FFF2-40B4-BE49-F238E27FC236}">
                <a16:creationId xmlns:a16="http://schemas.microsoft.com/office/drawing/2014/main" id="{3D3F76F8-544E-4913-02CF-13FA3B1FDA9E}"/>
              </a:ext>
            </a:extLst>
          </p:cNvPr>
          <p:cNvCxnSpPr/>
          <p:nvPr/>
        </p:nvCxnSpPr>
        <p:spPr>
          <a:xfrm>
            <a:off x="8991600" y="2234176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F2A5F1-7B9D-C969-B345-D03A75100FE7}"/>
              </a:ext>
            </a:extLst>
          </p:cNvPr>
          <p:cNvCxnSpPr/>
          <p:nvPr/>
        </p:nvCxnSpPr>
        <p:spPr>
          <a:xfrm>
            <a:off x="9381904" y="2237759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4981DE8-C63F-1C47-65E0-1F7AC0957536}"/>
              </a:ext>
            </a:extLst>
          </p:cNvPr>
          <p:cNvCxnSpPr/>
          <p:nvPr/>
        </p:nvCxnSpPr>
        <p:spPr>
          <a:xfrm>
            <a:off x="9770787" y="2234176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503EEF3-4E88-20CB-57AF-074E787CAE8F}"/>
              </a:ext>
            </a:extLst>
          </p:cNvPr>
          <p:cNvCxnSpPr/>
          <p:nvPr/>
        </p:nvCxnSpPr>
        <p:spPr>
          <a:xfrm>
            <a:off x="10143906" y="2244877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0648E15-BD8A-61D0-BCC4-2AD8CAF64092}"/>
              </a:ext>
            </a:extLst>
          </p:cNvPr>
          <p:cNvCxnSpPr/>
          <p:nvPr/>
        </p:nvCxnSpPr>
        <p:spPr>
          <a:xfrm>
            <a:off x="10532788" y="2234176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1119149-46A5-8E94-7C3F-C565E240B8F4}"/>
              </a:ext>
            </a:extLst>
          </p:cNvPr>
          <p:cNvCxnSpPr/>
          <p:nvPr/>
        </p:nvCxnSpPr>
        <p:spPr>
          <a:xfrm>
            <a:off x="10890140" y="2237759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686769-7236-B526-7B23-F56A833BB207}"/>
              </a:ext>
            </a:extLst>
          </p:cNvPr>
          <p:cNvCxnSpPr/>
          <p:nvPr/>
        </p:nvCxnSpPr>
        <p:spPr>
          <a:xfrm>
            <a:off x="11284355" y="2231872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3D746FC-13F1-F19F-8E28-1360937A686B}"/>
              </a:ext>
            </a:extLst>
          </p:cNvPr>
          <p:cNvCxnSpPr/>
          <p:nvPr/>
        </p:nvCxnSpPr>
        <p:spPr>
          <a:xfrm>
            <a:off x="11631196" y="2234176"/>
            <a:ext cx="0" cy="587445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CF54861-6360-B848-F9C7-C550EE2BA3DE}"/>
              </a:ext>
            </a:extLst>
          </p:cNvPr>
          <p:cNvSpPr/>
          <p:nvPr/>
        </p:nvSpPr>
        <p:spPr>
          <a:xfrm>
            <a:off x="8845692" y="1035302"/>
            <a:ext cx="281075" cy="1193652"/>
          </a:xfrm>
          <a:prstGeom prst="roundRect">
            <a:avLst/>
          </a:prstGeom>
          <a:solidFill>
            <a:srgbClr val="DEC3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204FA61-4623-4E28-20AF-FA45AF0989D8}"/>
              </a:ext>
            </a:extLst>
          </p:cNvPr>
          <p:cNvSpPr/>
          <p:nvPr/>
        </p:nvSpPr>
        <p:spPr>
          <a:xfrm>
            <a:off x="9236521" y="1040524"/>
            <a:ext cx="281075" cy="1193652"/>
          </a:xfrm>
          <a:prstGeom prst="roundRect">
            <a:avLst/>
          </a:prstGeom>
          <a:solidFill>
            <a:srgbClr val="DEC3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E7AC1F8-15C4-237A-A7F4-6356E6637FBB}"/>
              </a:ext>
            </a:extLst>
          </p:cNvPr>
          <p:cNvSpPr/>
          <p:nvPr/>
        </p:nvSpPr>
        <p:spPr>
          <a:xfrm>
            <a:off x="9617852" y="1040524"/>
            <a:ext cx="281075" cy="1193652"/>
          </a:xfrm>
          <a:prstGeom prst="roundRect">
            <a:avLst/>
          </a:prstGeom>
          <a:solidFill>
            <a:srgbClr val="DEC3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4532D21-BD81-837D-DD5A-D82A6B5DFE55}"/>
              </a:ext>
            </a:extLst>
          </p:cNvPr>
          <p:cNvSpPr/>
          <p:nvPr/>
        </p:nvSpPr>
        <p:spPr>
          <a:xfrm>
            <a:off x="9995573" y="1040524"/>
            <a:ext cx="281075" cy="1193652"/>
          </a:xfrm>
          <a:prstGeom prst="roundRect">
            <a:avLst/>
          </a:prstGeom>
          <a:solidFill>
            <a:srgbClr val="DEC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1B3FFECE-79CF-3ACE-EAD4-80F0D8FC948F}"/>
              </a:ext>
            </a:extLst>
          </p:cNvPr>
          <p:cNvSpPr/>
          <p:nvPr/>
        </p:nvSpPr>
        <p:spPr>
          <a:xfrm>
            <a:off x="10392041" y="1033406"/>
            <a:ext cx="281075" cy="1193652"/>
          </a:xfrm>
          <a:prstGeom prst="roundRect">
            <a:avLst/>
          </a:prstGeom>
          <a:solidFill>
            <a:srgbClr val="DEC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7EF3D65-503B-7A79-49A2-92698AE7DDDA}"/>
              </a:ext>
            </a:extLst>
          </p:cNvPr>
          <p:cNvSpPr/>
          <p:nvPr/>
        </p:nvSpPr>
        <p:spPr>
          <a:xfrm>
            <a:off x="10762828" y="1042586"/>
            <a:ext cx="281075" cy="1193652"/>
          </a:xfrm>
          <a:prstGeom prst="roundRect">
            <a:avLst/>
          </a:prstGeom>
          <a:solidFill>
            <a:srgbClr val="DEC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BB224E9-71B1-A1B7-F039-55895D05008A}"/>
              </a:ext>
            </a:extLst>
          </p:cNvPr>
          <p:cNvSpPr/>
          <p:nvPr/>
        </p:nvSpPr>
        <p:spPr>
          <a:xfrm>
            <a:off x="11133394" y="1042586"/>
            <a:ext cx="281075" cy="1193652"/>
          </a:xfrm>
          <a:prstGeom prst="roundRect">
            <a:avLst/>
          </a:prstGeom>
          <a:solidFill>
            <a:srgbClr val="DEC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B4DEC16-12EC-EFCE-3640-86696164CB3B}"/>
              </a:ext>
            </a:extLst>
          </p:cNvPr>
          <p:cNvSpPr/>
          <p:nvPr/>
        </p:nvSpPr>
        <p:spPr>
          <a:xfrm>
            <a:off x="11504525" y="1033406"/>
            <a:ext cx="281075" cy="1193652"/>
          </a:xfrm>
          <a:prstGeom prst="roundRect">
            <a:avLst/>
          </a:prstGeom>
          <a:solidFill>
            <a:srgbClr val="DEC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7A4A02A-90AD-5070-8463-A2D319A943CD}"/>
              </a:ext>
            </a:extLst>
          </p:cNvPr>
          <p:cNvSpPr/>
          <p:nvPr/>
        </p:nvSpPr>
        <p:spPr>
          <a:xfrm>
            <a:off x="8833719" y="3138042"/>
            <a:ext cx="281075" cy="224655"/>
          </a:xfrm>
          <a:prstGeom prst="roundRect">
            <a:avLst/>
          </a:prstGeom>
          <a:solidFill>
            <a:srgbClr val="DEC3F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1339A1A-4FAF-9081-9D00-11559B7AB7EC}"/>
              </a:ext>
            </a:extLst>
          </p:cNvPr>
          <p:cNvSpPr txBox="1"/>
          <p:nvPr/>
        </p:nvSpPr>
        <p:spPr>
          <a:xfrm>
            <a:off x="9130708" y="306927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受保护层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92D82255-D24E-3621-06EC-DA92381BCF61}"/>
              </a:ext>
            </a:extLst>
          </p:cNvPr>
          <p:cNvSpPr/>
          <p:nvPr/>
        </p:nvSpPr>
        <p:spPr>
          <a:xfrm>
            <a:off x="10298799" y="3141406"/>
            <a:ext cx="281075" cy="224655"/>
          </a:xfrm>
          <a:prstGeom prst="roundRect">
            <a:avLst/>
          </a:prstGeom>
          <a:solidFill>
            <a:srgbClr val="DEC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4B44730-46CA-CDCB-1098-442AFFCD3F2F}"/>
              </a:ext>
            </a:extLst>
          </p:cNvPr>
          <p:cNvSpPr txBox="1"/>
          <p:nvPr/>
        </p:nvSpPr>
        <p:spPr>
          <a:xfrm>
            <a:off x="10595788" y="3072643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候选层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C0C1149-F0F0-9B4A-4129-32F3108F74B6}"/>
              </a:ext>
            </a:extLst>
          </p:cNvPr>
          <p:cNvSpPr txBox="1"/>
          <p:nvPr/>
        </p:nvSpPr>
        <p:spPr>
          <a:xfrm>
            <a:off x="5415280" y="57316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>
                    <a:lumMod val="50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原型构建</a:t>
            </a:r>
            <a:endParaRPr lang="en-US" dirty="0">
              <a:solidFill>
                <a:schemeClr val="bg1">
                  <a:lumMod val="50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243BE0F6-F201-A0BD-03CF-77DC7E821A65}"/>
              </a:ext>
            </a:extLst>
          </p:cNvPr>
          <p:cNvGrpSpPr/>
          <p:nvPr/>
        </p:nvGrpSpPr>
        <p:grpSpPr>
          <a:xfrm>
            <a:off x="5455692" y="4028148"/>
            <a:ext cx="609573" cy="613020"/>
            <a:chOff x="8662952" y="3448506"/>
            <a:chExt cx="609573" cy="613020"/>
          </a:xfrm>
          <a:gradFill>
            <a:gsLst>
              <a:gs pos="0">
                <a:schemeClr val="tx1">
                  <a:lumMod val="95000"/>
                  <a:lumOff val="5000"/>
                </a:schemeClr>
              </a:gs>
              <a:gs pos="100000">
                <a:srgbClr val="C00000"/>
              </a:gs>
              <a:gs pos="100000">
                <a:srgbClr val="92D050"/>
              </a:gs>
              <a:gs pos="31000">
                <a:srgbClr val="7030A0"/>
              </a:gs>
            </a:gsLst>
            <a:lin ang="5400000" scaled="1"/>
          </a:gradFill>
        </p:grpSpPr>
        <p:sp>
          <p:nvSpPr>
            <p:cNvPr id="1034" name="Flowchart: Process 1033">
              <a:extLst>
                <a:ext uri="{FF2B5EF4-FFF2-40B4-BE49-F238E27FC236}">
                  <a16:creationId xmlns:a16="http://schemas.microsoft.com/office/drawing/2014/main" id="{EB84A69A-8AED-1211-B599-1933DE61BB57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Flowchart: Process 1034">
              <a:extLst>
                <a:ext uri="{FF2B5EF4-FFF2-40B4-BE49-F238E27FC236}">
                  <a16:creationId xmlns:a16="http://schemas.microsoft.com/office/drawing/2014/main" id="{CE4F8F67-20D0-548E-86B8-8CFEB8B47172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Flowchart: Process 1035">
              <a:extLst>
                <a:ext uri="{FF2B5EF4-FFF2-40B4-BE49-F238E27FC236}">
                  <a16:creationId xmlns:a16="http://schemas.microsoft.com/office/drawing/2014/main" id="{88180385-55FC-7817-C91E-117E9AD6EFCA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7" name="Flowchart: Process 1036">
              <a:extLst>
                <a:ext uri="{FF2B5EF4-FFF2-40B4-BE49-F238E27FC236}">
                  <a16:creationId xmlns:a16="http://schemas.microsoft.com/office/drawing/2014/main" id="{AB83EF80-9CE2-A359-75EE-71BE02110FD2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9" name="Flowchart: Process 1038">
              <a:extLst>
                <a:ext uri="{FF2B5EF4-FFF2-40B4-BE49-F238E27FC236}">
                  <a16:creationId xmlns:a16="http://schemas.microsoft.com/office/drawing/2014/main" id="{F9295B5E-2F3D-5BAB-8F43-B424B584159B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0" name="Flowchart: Process 1039">
              <a:extLst>
                <a:ext uri="{FF2B5EF4-FFF2-40B4-BE49-F238E27FC236}">
                  <a16:creationId xmlns:a16="http://schemas.microsoft.com/office/drawing/2014/main" id="{A00EB4F5-7E5F-929A-EBC8-2F0B00174338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1" name="Flowchart: Process 1040">
              <a:extLst>
                <a:ext uri="{FF2B5EF4-FFF2-40B4-BE49-F238E27FC236}">
                  <a16:creationId xmlns:a16="http://schemas.microsoft.com/office/drawing/2014/main" id="{7D3E7F8D-4088-9A1C-9409-0A036C60DC0C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2" name="Flowchart: Process 1041">
              <a:extLst>
                <a:ext uri="{FF2B5EF4-FFF2-40B4-BE49-F238E27FC236}">
                  <a16:creationId xmlns:a16="http://schemas.microsoft.com/office/drawing/2014/main" id="{8F38441F-166F-359E-A6AA-868EE3D301C1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3" name="Flowchart: Process 1042">
              <a:extLst>
                <a:ext uri="{FF2B5EF4-FFF2-40B4-BE49-F238E27FC236}">
                  <a16:creationId xmlns:a16="http://schemas.microsoft.com/office/drawing/2014/main" id="{9596EF51-4FAB-4285-F9E3-1C0C30A3FA51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44" name="Picture 22" descr="Navigate">
            <a:extLst>
              <a:ext uri="{FF2B5EF4-FFF2-40B4-BE49-F238E27FC236}">
                <a16:creationId xmlns:a16="http://schemas.microsoft.com/office/drawing/2014/main" id="{5B08DA91-EA8F-8B01-7493-BC3F32DC6C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9897" y="4799364"/>
            <a:ext cx="375411" cy="3754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7" name="TextBox 1046">
            <a:extLst>
              <a:ext uri="{FF2B5EF4-FFF2-40B4-BE49-F238E27FC236}">
                <a16:creationId xmlns:a16="http://schemas.microsoft.com/office/drawing/2014/main" id="{1783C5D3-9076-80E1-4CC6-F9A564FE49C1}"/>
              </a:ext>
            </a:extLst>
          </p:cNvPr>
          <p:cNvSpPr txBox="1"/>
          <p:nvPr/>
        </p:nvSpPr>
        <p:spPr>
          <a:xfrm>
            <a:off x="5673198" y="4810657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模型权重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048" name="Group 1047">
            <a:extLst>
              <a:ext uri="{FF2B5EF4-FFF2-40B4-BE49-F238E27FC236}">
                <a16:creationId xmlns:a16="http://schemas.microsoft.com/office/drawing/2014/main" id="{256B7D91-58C6-8B00-BD34-F588CDBE1BA1}"/>
              </a:ext>
            </a:extLst>
          </p:cNvPr>
          <p:cNvGrpSpPr/>
          <p:nvPr/>
        </p:nvGrpSpPr>
        <p:grpSpPr>
          <a:xfrm>
            <a:off x="7378903" y="4038897"/>
            <a:ext cx="609573" cy="613020"/>
            <a:chOff x="8662952" y="3448506"/>
            <a:chExt cx="609573" cy="613020"/>
          </a:xfrm>
          <a:solidFill>
            <a:srgbClr val="EFF5FB"/>
          </a:solidFill>
        </p:grpSpPr>
        <p:sp>
          <p:nvSpPr>
            <p:cNvPr id="1049" name="Flowchart: Process 1048">
              <a:extLst>
                <a:ext uri="{FF2B5EF4-FFF2-40B4-BE49-F238E27FC236}">
                  <a16:creationId xmlns:a16="http://schemas.microsoft.com/office/drawing/2014/main" id="{7E05F526-E06F-8D80-C927-903DBD6C9B2B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0" name="Flowchart: Process 1049">
              <a:extLst>
                <a:ext uri="{FF2B5EF4-FFF2-40B4-BE49-F238E27FC236}">
                  <a16:creationId xmlns:a16="http://schemas.microsoft.com/office/drawing/2014/main" id="{A2EAE070-6BC4-5530-E13D-51C93F6DD58C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Flowchart: Process 1050">
              <a:extLst>
                <a:ext uri="{FF2B5EF4-FFF2-40B4-BE49-F238E27FC236}">
                  <a16:creationId xmlns:a16="http://schemas.microsoft.com/office/drawing/2014/main" id="{EC0E5304-1163-56B0-3F8C-19A108FF1BE5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Flowchart: Process 1051">
              <a:extLst>
                <a:ext uri="{FF2B5EF4-FFF2-40B4-BE49-F238E27FC236}">
                  <a16:creationId xmlns:a16="http://schemas.microsoft.com/office/drawing/2014/main" id="{0D604AE2-0FAB-57E0-A9CD-B395247876FF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Flowchart: Process 1052">
              <a:extLst>
                <a:ext uri="{FF2B5EF4-FFF2-40B4-BE49-F238E27FC236}">
                  <a16:creationId xmlns:a16="http://schemas.microsoft.com/office/drawing/2014/main" id="{8E54A34A-E2D7-9DD9-46B0-FFD105DDF628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Flowchart: Process 1053">
              <a:extLst>
                <a:ext uri="{FF2B5EF4-FFF2-40B4-BE49-F238E27FC236}">
                  <a16:creationId xmlns:a16="http://schemas.microsoft.com/office/drawing/2014/main" id="{F9741DA4-AC6E-5238-090E-03987B950893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0" name="Flowchart: Process 1069">
              <a:extLst>
                <a:ext uri="{FF2B5EF4-FFF2-40B4-BE49-F238E27FC236}">
                  <a16:creationId xmlns:a16="http://schemas.microsoft.com/office/drawing/2014/main" id="{95C259F0-3CC0-36B8-7101-3082BD2B9764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Flowchart: Process 1071">
              <a:extLst>
                <a:ext uri="{FF2B5EF4-FFF2-40B4-BE49-F238E27FC236}">
                  <a16:creationId xmlns:a16="http://schemas.microsoft.com/office/drawing/2014/main" id="{EDE82D0D-0DF7-418F-D096-C0DDD429BBBF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8" name="Flowchart: Process 1077">
              <a:extLst>
                <a:ext uri="{FF2B5EF4-FFF2-40B4-BE49-F238E27FC236}">
                  <a16:creationId xmlns:a16="http://schemas.microsoft.com/office/drawing/2014/main" id="{61A099D7-2AB2-E0CC-3CFA-AA81D972D3B1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80" name="Picture 18" descr="Cursor ">
            <a:extLst>
              <a:ext uri="{FF2B5EF4-FFF2-40B4-BE49-F238E27FC236}">
                <a16:creationId xmlns:a16="http://schemas.microsoft.com/office/drawing/2014/main" id="{3DC82C4B-198E-03AB-E53F-197F2ED96A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147" y="6044869"/>
            <a:ext cx="402079" cy="402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82" name="TextBox 1081">
            <a:extLst>
              <a:ext uri="{FF2B5EF4-FFF2-40B4-BE49-F238E27FC236}">
                <a16:creationId xmlns:a16="http://schemas.microsoft.com/office/drawing/2014/main" id="{CE69B5A4-CDDA-717F-5EE1-321F20B4CB77}"/>
              </a:ext>
            </a:extLst>
          </p:cNvPr>
          <p:cNvSpPr txBox="1"/>
          <p:nvPr/>
        </p:nvSpPr>
        <p:spPr>
          <a:xfrm>
            <a:off x="5716763" y="6102682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模型权重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86" name="Arrow: Right 1085">
            <a:extLst>
              <a:ext uri="{FF2B5EF4-FFF2-40B4-BE49-F238E27FC236}">
                <a16:creationId xmlns:a16="http://schemas.microsoft.com/office/drawing/2014/main" id="{9AEF12F8-96E2-B5F5-E1D4-F2579AA6C3AB}"/>
              </a:ext>
            </a:extLst>
          </p:cNvPr>
          <p:cNvSpPr/>
          <p:nvPr/>
        </p:nvSpPr>
        <p:spPr>
          <a:xfrm>
            <a:off x="6276301" y="4191507"/>
            <a:ext cx="719406" cy="30480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7" name="TextBox 1086">
            <a:extLst>
              <a:ext uri="{FF2B5EF4-FFF2-40B4-BE49-F238E27FC236}">
                <a16:creationId xmlns:a16="http://schemas.microsoft.com/office/drawing/2014/main" id="{B3275919-E451-ADCE-01DA-AF5ED3877CB6}"/>
              </a:ext>
            </a:extLst>
          </p:cNvPr>
          <p:cNvSpPr txBox="1"/>
          <p:nvPr/>
        </p:nvSpPr>
        <p:spPr>
          <a:xfrm>
            <a:off x="6267280" y="3940428"/>
            <a:ext cx="5934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SVD</a:t>
            </a:r>
            <a:endParaRPr lang="en-US" sz="1600" dirty="0"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088" name="Group 1087">
            <a:extLst>
              <a:ext uri="{FF2B5EF4-FFF2-40B4-BE49-F238E27FC236}">
                <a16:creationId xmlns:a16="http://schemas.microsoft.com/office/drawing/2014/main" id="{E36D951E-F651-AD35-0FE4-E42721117EAD}"/>
              </a:ext>
            </a:extLst>
          </p:cNvPr>
          <p:cNvGrpSpPr/>
          <p:nvPr/>
        </p:nvGrpSpPr>
        <p:grpSpPr>
          <a:xfrm>
            <a:off x="5499098" y="5286536"/>
            <a:ext cx="609573" cy="613020"/>
            <a:chOff x="8662952" y="3448506"/>
            <a:chExt cx="609573" cy="613020"/>
          </a:xfrm>
          <a:gradFill>
            <a:gsLst>
              <a:gs pos="0">
                <a:srgbClr val="DEC3F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grpSpPr>
        <p:sp>
          <p:nvSpPr>
            <p:cNvPr id="1099" name="Flowchart: Process 1098">
              <a:extLst>
                <a:ext uri="{FF2B5EF4-FFF2-40B4-BE49-F238E27FC236}">
                  <a16:creationId xmlns:a16="http://schemas.microsoft.com/office/drawing/2014/main" id="{69BF35B2-A9DD-4208-AAF8-967B55F0465A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3" name="Flowchart: Process 1102">
              <a:extLst>
                <a:ext uri="{FF2B5EF4-FFF2-40B4-BE49-F238E27FC236}">
                  <a16:creationId xmlns:a16="http://schemas.microsoft.com/office/drawing/2014/main" id="{F32A7159-151E-AEF1-CAE1-DC004D4A2254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9" name="Flowchart: Process 1108">
              <a:extLst>
                <a:ext uri="{FF2B5EF4-FFF2-40B4-BE49-F238E27FC236}">
                  <a16:creationId xmlns:a16="http://schemas.microsoft.com/office/drawing/2014/main" id="{622BA997-138A-7169-B35A-29264DC6B9A7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3" name="Flowchart: Process 1112">
              <a:extLst>
                <a:ext uri="{FF2B5EF4-FFF2-40B4-BE49-F238E27FC236}">
                  <a16:creationId xmlns:a16="http://schemas.microsoft.com/office/drawing/2014/main" id="{184E3D5C-89CC-7B93-61EE-0CCC5AC10C7D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4" name="Flowchart: Process 1113">
              <a:extLst>
                <a:ext uri="{FF2B5EF4-FFF2-40B4-BE49-F238E27FC236}">
                  <a16:creationId xmlns:a16="http://schemas.microsoft.com/office/drawing/2014/main" id="{DCE02927-D42A-73D1-328D-92B6470C1B2B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5" name="Flowchart: Process 1114">
              <a:extLst>
                <a:ext uri="{FF2B5EF4-FFF2-40B4-BE49-F238E27FC236}">
                  <a16:creationId xmlns:a16="http://schemas.microsoft.com/office/drawing/2014/main" id="{B0DCBA22-3755-8130-AAD2-87D0DD51867D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7" name="Flowchart: Process 1116">
              <a:extLst>
                <a:ext uri="{FF2B5EF4-FFF2-40B4-BE49-F238E27FC236}">
                  <a16:creationId xmlns:a16="http://schemas.microsoft.com/office/drawing/2014/main" id="{E6B90023-1969-3147-B675-04D26AB29480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8" name="Flowchart: Process 1117">
              <a:extLst>
                <a:ext uri="{FF2B5EF4-FFF2-40B4-BE49-F238E27FC236}">
                  <a16:creationId xmlns:a16="http://schemas.microsoft.com/office/drawing/2014/main" id="{32FEB6EF-A101-A824-612E-4258D3F5F545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19" name="Flowchart: Process 1118">
              <a:extLst>
                <a:ext uri="{FF2B5EF4-FFF2-40B4-BE49-F238E27FC236}">
                  <a16:creationId xmlns:a16="http://schemas.microsoft.com/office/drawing/2014/main" id="{E78822FF-0473-04BE-55FC-49AA784D5C7D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57B7D107-B5B1-04D8-B0EA-BF0273B665F2}"/>
              </a:ext>
            </a:extLst>
          </p:cNvPr>
          <p:cNvGrpSpPr/>
          <p:nvPr/>
        </p:nvGrpSpPr>
        <p:grpSpPr>
          <a:xfrm>
            <a:off x="8550841" y="4051006"/>
            <a:ext cx="609573" cy="613020"/>
            <a:chOff x="8662952" y="3448506"/>
            <a:chExt cx="609573" cy="61302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148" name="Flowchart: Process 1147">
              <a:extLst>
                <a:ext uri="{FF2B5EF4-FFF2-40B4-BE49-F238E27FC236}">
                  <a16:creationId xmlns:a16="http://schemas.microsoft.com/office/drawing/2014/main" id="{8AF5AAA5-BF98-7ABB-72B5-FCDCCFB76248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9" name="Flowchart: Process 1148">
              <a:extLst>
                <a:ext uri="{FF2B5EF4-FFF2-40B4-BE49-F238E27FC236}">
                  <a16:creationId xmlns:a16="http://schemas.microsoft.com/office/drawing/2014/main" id="{AFA16933-94F3-9A39-CF4C-318E8FB3ADBD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0" name="Flowchart: Process 1149">
              <a:extLst>
                <a:ext uri="{FF2B5EF4-FFF2-40B4-BE49-F238E27FC236}">
                  <a16:creationId xmlns:a16="http://schemas.microsoft.com/office/drawing/2014/main" id="{A5457A80-C447-1B3D-DD6A-D888425E0CC7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1" name="Flowchart: Process 1150">
              <a:extLst>
                <a:ext uri="{FF2B5EF4-FFF2-40B4-BE49-F238E27FC236}">
                  <a16:creationId xmlns:a16="http://schemas.microsoft.com/office/drawing/2014/main" id="{C2AD059D-61EF-8041-0E76-892BBFB0E8CA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2" name="Flowchart: Process 1151">
              <a:extLst>
                <a:ext uri="{FF2B5EF4-FFF2-40B4-BE49-F238E27FC236}">
                  <a16:creationId xmlns:a16="http://schemas.microsoft.com/office/drawing/2014/main" id="{11D22B54-9977-5E90-077B-97380AA5CD8E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3" name="Flowchart: Process 1152">
              <a:extLst>
                <a:ext uri="{FF2B5EF4-FFF2-40B4-BE49-F238E27FC236}">
                  <a16:creationId xmlns:a16="http://schemas.microsoft.com/office/drawing/2014/main" id="{74CF0787-0945-2B3F-34C6-4B32230D78A3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4" name="Flowchart: Process 1153">
              <a:extLst>
                <a:ext uri="{FF2B5EF4-FFF2-40B4-BE49-F238E27FC236}">
                  <a16:creationId xmlns:a16="http://schemas.microsoft.com/office/drawing/2014/main" id="{A4D6EBEF-52B5-96C4-FDA0-5A2BA695C01F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5" name="Flowchart: Process 1154">
              <a:extLst>
                <a:ext uri="{FF2B5EF4-FFF2-40B4-BE49-F238E27FC236}">
                  <a16:creationId xmlns:a16="http://schemas.microsoft.com/office/drawing/2014/main" id="{FDB10692-C660-1867-EBCD-500A9555F9FC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6" name="Flowchart: Process 1155">
              <a:extLst>
                <a:ext uri="{FF2B5EF4-FFF2-40B4-BE49-F238E27FC236}">
                  <a16:creationId xmlns:a16="http://schemas.microsoft.com/office/drawing/2014/main" id="{7EDF9303-7E1B-27AD-B98A-F850F04C7324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57" name="Group 1156">
            <a:extLst>
              <a:ext uri="{FF2B5EF4-FFF2-40B4-BE49-F238E27FC236}">
                <a16:creationId xmlns:a16="http://schemas.microsoft.com/office/drawing/2014/main" id="{CECE7343-9494-0440-2AAB-111F81A9EA6D}"/>
              </a:ext>
            </a:extLst>
          </p:cNvPr>
          <p:cNvGrpSpPr/>
          <p:nvPr/>
        </p:nvGrpSpPr>
        <p:grpSpPr>
          <a:xfrm>
            <a:off x="10310562" y="4071112"/>
            <a:ext cx="609573" cy="613020"/>
            <a:chOff x="8662952" y="3448506"/>
            <a:chExt cx="609573" cy="613020"/>
          </a:xfrm>
          <a:solidFill>
            <a:schemeClr val="bg2">
              <a:lumMod val="90000"/>
            </a:schemeClr>
          </a:solidFill>
        </p:grpSpPr>
        <p:sp>
          <p:nvSpPr>
            <p:cNvPr id="1158" name="Flowchart: Process 1157">
              <a:extLst>
                <a:ext uri="{FF2B5EF4-FFF2-40B4-BE49-F238E27FC236}">
                  <a16:creationId xmlns:a16="http://schemas.microsoft.com/office/drawing/2014/main" id="{6743248C-225E-A5C3-1188-ECD1BFA55398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9" name="Flowchart: Process 1158">
              <a:extLst>
                <a:ext uri="{FF2B5EF4-FFF2-40B4-BE49-F238E27FC236}">
                  <a16:creationId xmlns:a16="http://schemas.microsoft.com/office/drawing/2014/main" id="{0E734C0C-5F91-2DB8-2773-004F110BDF09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0" name="Flowchart: Process 1159">
              <a:extLst>
                <a:ext uri="{FF2B5EF4-FFF2-40B4-BE49-F238E27FC236}">
                  <a16:creationId xmlns:a16="http://schemas.microsoft.com/office/drawing/2014/main" id="{D858BD2B-B143-A95A-1727-3A760EF86ED7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1" name="Flowchart: Process 1160">
              <a:extLst>
                <a:ext uri="{FF2B5EF4-FFF2-40B4-BE49-F238E27FC236}">
                  <a16:creationId xmlns:a16="http://schemas.microsoft.com/office/drawing/2014/main" id="{317B33CD-3D26-6235-CCB2-A92851256BF8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2" name="Flowchart: Process 1161">
              <a:extLst>
                <a:ext uri="{FF2B5EF4-FFF2-40B4-BE49-F238E27FC236}">
                  <a16:creationId xmlns:a16="http://schemas.microsoft.com/office/drawing/2014/main" id="{21C27D1B-2E12-4DFA-877E-B629B7B24C6E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3" name="Flowchart: Process 1162">
              <a:extLst>
                <a:ext uri="{FF2B5EF4-FFF2-40B4-BE49-F238E27FC236}">
                  <a16:creationId xmlns:a16="http://schemas.microsoft.com/office/drawing/2014/main" id="{E55AF5CD-0E75-0411-C90E-8513A4DCD332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4" name="Flowchart: Process 1163">
              <a:extLst>
                <a:ext uri="{FF2B5EF4-FFF2-40B4-BE49-F238E27FC236}">
                  <a16:creationId xmlns:a16="http://schemas.microsoft.com/office/drawing/2014/main" id="{39EE3E23-F078-CC21-3677-D353F3873E33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5" name="Flowchart: Process 1164">
              <a:extLst>
                <a:ext uri="{FF2B5EF4-FFF2-40B4-BE49-F238E27FC236}">
                  <a16:creationId xmlns:a16="http://schemas.microsoft.com/office/drawing/2014/main" id="{2E2555D3-7292-F7EF-2256-40A9DE1AE6D2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6" name="Flowchart: Process 1165">
              <a:extLst>
                <a:ext uri="{FF2B5EF4-FFF2-40B4-BE49-F238E27FC236}">
                  <a16:creationId xmlns:a16="http://schemas.microsoft.com/office/drawing/2014/main" id="{F787C318-02F3-534B-A8EB-7B1C057263DC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69" name="TextBox 1168">
                <a:extLst>
                  <a:ext uri="{FF2B5EF4-FFF2-40B4-BE49-F238E27FC236}">
                    <a16:creationId xmlns:a16="http://schemas.microsoft.com/office/drawing/2014/main" id="{E7D28DB2-79FA-1139-B873-C96508D906D7}"/>
                  </a:ext>
                </a:extLst>
              </p:cNvPr>
              <p:cNvSpPr txBox="1"/>
              <p:nvPr/>
            </p:nvSpPr>
            <p:spPr>
              <a:xfrm>
                <a:off x="7086877" y="4219167"/>
                <a:ext cx="28687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169" name="TextBox 1168">
                <a:extLst>
                  <a:ext uri="{FF2B5EF4-FFF2-40B4-BE49-F238E27FC236}">
                    <a16:creationId xmlns:a16="http://schemas.microsoft.com/office/drawing/2014/main" id="{E7D28DB2-79FA-1139-B873-C96508D906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6877" y="4219167"/>
                <a:ext cx="286873" cy="276999"/>
              </a:xfrm>
              <a:prstGeom prst="rect">
                <a:avLst/>
              </a:prstGeom>
              <a:blipFill>
                <a:blip r:embed="rId14"/>
                <a:stretch>
                  <a:fillRect l="-21277" r="-6383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0" name="TextBox 1169">
                <a:extLst>
                  <a:ext uri="{FF2B5EF4-FFF2-40B4-BE49-F238E27FC236}">
                    <a16:creationId xmlns:a16="http://schemas.microsoft.com/office/drawing/2014/main" id="{1C3EAC93-4860-249C-86C0-87B6F7E25F40}"/>
                  </a:ext>
                </a:extLst>
              </p:cNvPr>
              <p:cNvSpPr txBox="1"/>
              <p:nvPr/>
            </p:nvSpPr>
            <p:spPr>
              <a:xfrm>
                <a:off x="8039547" y="4224115"/>
                <a:ext cx="5080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170" name="TextBox 1169">
                <a:extLst>
                  <a:ext uri="{FF2B5EF4-FFF2-40B4-BE49-F238E27FC236}">
                    <a16:creationId xmlns:a16="http://schemas.microsoft.com/office/drawing/2014/main" id="{1C3EAC93-4860-249C-86C0-87B6F7E25F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9547" y="4224115"/>
                <a:ext cx="508088" cy="276999"/>
              </a:xfrm>
              <a:prstGeom prst="rect">
                <a:avLst/>
              </a:prstGeom>
              <a:blipFill>
                <a:blip r:embed="rId15"/>
                <a:stretch>
                  <a:fillRect l="-10843" r="-3614"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71" name="TextBox 1170">
                <a:extLst>
                  <a:ext uri="{FF2B5EF4-FFF2-40B4-BE49-F238E27FC236}">
                    <a16:creationId xmlns:a16="http://schemas.microsoft.com/office/drawing/2014/main" id="{56048BC1-3318-3C01-6D9A-71FB37C996A6}"/>
                  </a:ext>
                </a:extLst>
              </p:cNvPr>
              <p:cNvSpPr txBox="1"/>
              <p:nvPr/>
            </p:nvSpPr>
            <p:spPr>
              <a:xfrm>
                <a:off x="9233864" y="4225459"/>
                <a:ext cx="100341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 ...+ 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171" name="TextBox 1170">
                <a:extLst>
                  <a:ext uri="{FF2B5EF4-FFF2-40B4-BE49-F238E27FC236}">
                    <a16:creationId xmlns:a16="http://schemas.microsoft.com/office/drawing/2014/main" id="{56048BC1-3318-3C01-6D9A-71FB37C99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3864" y="4225459"/>
                <a:ext cx="1003415" cy="276999"/>
              </a:xfrm>
              <a:prstGeom prst="rect">
                <a:avLst/>
              </a:prstGeom>
              <a:blipFill>
                <a:blip r:embed="rId16"/>
                <a:stretch>
                  <a:fillRect l="-4878" r="-610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2" name="Group 1171">
            <a:extLst>
              <a:ext uri="{FF2B5EF4-FFF2-40B4-BE49-F238E27FC236}">
                <a16:creationId xmlns:a16="http://schemas.microsoft.com/office/drawing/2014/main" id="{C0DFBF9F-6D50-32F9-8D36-56A31A2B7496}"/>
              </a:ext>
            </a:extLst>
          </p:cNvPr>
          <p:cNvGrpSpPr/>
          <p:nvPr/>
        </p:nvGrpSpPr>
        <p:grpSpPr>
          <a:xfrm>
            <a:off x="7408089" y="5741252"/>
            <a:ext cx="609573" cy="613020"/>
            <a:chOff x="8662952" y="3448506"/>
            <a:chExt cx="609573" cy="613020"/>
          </a:xfrm>
          <a:solidFill>
            <a:srgbClr val="EFF5FB"/>
          </a:solidFill>
        </p:grpSpPr>
        <p:sp>
          <p:nvSpPr>
            <p:cNvPr id="1173" name="Flowchart: Process 1172">
              <a:extLst>
                <a:ext uri="{FF2B5EF4-FFF2-40B4-BE49-F238E27FC236}">
                  <a16:creationId xmlns:a16="http://schemas.microsoft.com/office/drawing/2014/main" id="{A843DBCF-36A2-F164-F973-FB5FD68FC57D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4" name="Flowchart: Process 1173">
              <a:extLst>
                <a:ext uri="{FF2B5EF4-FFF2-40B4-BE49-F238E27FC236}">
                  <a16:creationId xmlns:a16="http://schemas.microsoft.com/office/drawing/2014/main" id="{8A7874A3-4774-D0D3-2115-C2C3D9AB17D4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5" name="Flowchart: Process 1174">
              <a:extLst>
                <a:ext uri="{FF2B5EF4-FFF2-40B4-BE49-F238E27FC236}">
                  <a16:creationId xmlns:a16="http://schemas.microsoft.com/office/drawing/2014/main" id="{B7853CE9-BD9F-D8D7-2AC8-61D8B0FF00A7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6" name="Flowchart: Process 1175">
              <a:extLst>
                <a:ext uri="{FF2B5EF4-FFF2-40B4-BE49-F238E27FC236}">
                  <a16:creationId xmlns:a16="http://schemas.microsoft.com/office/drawing/2014/main" id="{58C563F2-BE69-9582-D2ED-83EC7FA9557F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7" name="Flowchart: Process 1176">
              <a:extLst>
                <a:ext uri="{FF2B5EF4-FFF2-40B4-BE49-F238E27FC236}">
                  <a16:creationId xmlns:a16="http://schemas.microsoft.com/office/drawing/2014/main" id="{111F3DC2-98A5-04DD-009F-EB948C61FD99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8" name="Flowchart: Process 1177">
              <a:extLst>
                <a:ext uri="{FF2B5EF4-FFF2-40B4-BE49-F238E27FC236}">
                  <a16:creationId xmlns:a16="http://schemas.microsoft.com/office/drawing/2014/main" id="{CB4C498A-1CDC-A34C-D519-5E1265F58879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79" name="Flowchart: Process 1178">
              <a:extLst>
                <a:ext uri="{FF2B5EF4-FFF2-40B4-BE49-F238E27FC236}">
                  <a16:creationId xmlns:a16="http://schemas.microsoft.com/office/drawing/2014/main" id="{DCC45B10-41A1-7419-1290-7702F8DEEC3F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0" name="Flowchart: Process 1179">
              <a:extLst>
                <a:ext uri="{FF2B5EF4-FFF2-40B4-BE49-F238E27FC236}">
                  <a16:creationId xmlns:a16="http://schemas.microsoft.com/office/drawing/2014/main" id="{A02C3854-1D30-F677-C7C7-89979AFD7E63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1" name="Flowchart: Process 1180">
              <a:extLst>
                <a:ext uri="{FF2B5EF4-FFF2-40B4-BE49-F238E27FC236}">
                  <a16:creationId xmlns:a16="http://schemas.microsoft.com/office/drawing/2014/main" id="{67406D10-68BE-6F93-6DA6-4C5BFD5B0388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82" name="Group 1181">
            <a:extLst>
              <a:ext uri="{FF2B5EF4-FFF2-40B4-BE49-F238E27FC236}">
                <a16:creationId xmlns:a16="http://schemas.microsoft.com/office/drawing/2014/main" id="{535440A3-A7EC-53E3-CC9C-28EE6C823E6B}"/>
              </a:ext>
            </a:extLst>
          </p:cNvPr>
          <p:cNvGrpSpPr/>
          <p:nvPr/>
        </p:nvGrpSpPr>
        <p:grpSpPr>
          <a:xfrm>
            <a:off x="8580027" y="5753361"/>
            <a:ext cx="609573" cy="613020"/>
            <a:chOff x="8662952" y="3448506"/>
            <a:chExt cx="609573" cy="613020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1183" name="Flowchart: Process 1182">
              <a:extLst>
                <a:ext uri="{FF2B5EF4-FFF2-40B4-BE49-F238E27FC236}">
                  <a16:creationId xmlns:a16="http://schemas.microsoft.com/office/drawing/2014/main" id="{26FB70FE-77EE-C277-D154-6F545C2EB904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4" name="Flowchart: Process 1183">
              <a:extLst>
                <a:ext uri="{FF2B5EF4-FFF2-40B4-BE49-F238E27FC236}">
                  <a16:creationId xmlns:a16="http://schemas.microsoft.com/office/drawing/2014/main" id="{237A3024-6787-7F79-E40A-9C737ADEEAEE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5" name="Flowchart: Process 1184">
              <a:extLst>
                <a:ext uri="{FF2B5EF4-FFF2-40B4-BE49-F238E27FC236}">
                  <a16:creationId xmlns:a16="http://schemas.microsoft.com/office/drawing/2014/main" id="{AF16F405-C12D-BD2F-776C-1027E9769092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6" name="Flowchart: Process 1185">
              <a:extLst>
                <a:ext uri="{FF2B5EF4-FFF2-40B4-BE49-F238E27FC236}">
                  <a16:creationId xmlns:a16="http://schemas.microsoft.com/office/drawing/2014/main" id="{6E6E91B7-F9FF-46B9-BB9C-5959D7891280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7" name="Flowchart: Process 1186">
              <a:extLst>
                <a:ext uri="{FF2B5EF4-FFF2-40B4-BE49-F238E27FC236}">
                  <a16:creationId xmlns:a16="http://schemas.microsoft.com/office/drawing/2014/main" id="{2D3A5CCF-18F5-B731-E55C-A0F6CA565016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8" name="Flowchart: Process 1187">
              <a:extLst>
                <a:ext uri="{FF2B5EF4-FFF2-40B4-BE49-F238E27FC236}">
                  <a16:creationId xmlns:a16="http://schemas.microsoft.com/office/drawing/2014/main" id="{55B6D6EC-F75F-B28F-A4B6-112F92272CA3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89" name="Flowchart: Process 1188">
              <a:extLst>
                <a:ext uri="{FF2B5EF4-FFF2-40B4-BE49-F238E27FC236}">
                  <a16:creationId xmlns:a16="http://schemas.microsoft.com/office/drawing/2014/main" id="{388BAAEC-8483-8C8A-4812-8197A0ECF969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0" name="Flowchart: Process 1189">
              <a:extLst>
                <a:ext uri="{FF2B5EF4-FFF2-40B4-BE49-F238E27FC236}">
                  <a16:creationId xmlns:a16="http://schemas.microsoft.com/office/drawing/2014/main" id="{971F35A4-6FC0-4AF2-9479-A5D0D9696E44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1" name="Flowchart: Process 1190">
              <a:extLst>
                <a:ext uri="{FF2B5EF4-FFF2-40B4-BE49-F238E27FC236}">
                  <a16:creationId xmlns:a16="http://schemas.microsoft.com/office/drawing/2014/main" id="{A482A017-49DC-E171-E7FE-0F7AABF89947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92" name="Group 1191">
            <a:extLst>
              <a:ext uri="{FF2B5EF4-FFF2-40B4-BE49-F238E27FC236}">
                <a16:creationId xmlns:a16="http://schemas.microsoft.com/office/drawing/2014/main" id="{BE3AD1EF-371C-68C1-FAA3-3F10C4F9F93F}"/>
              </a:ext>
            </a:extLst>
          </p:cNvPr>
          <p:cNvGrpSpPr/>
          <p:nvPr/>
        </p:nvGrpSpPr>
        <p:grpSpPr>
          <a:xfrm>
            <a:off x="10339748" y="5773467"/>
            <a:ext cx="609573" cy="613020"/>
            <a:chOff x="8662952" y="3448506"/>
            <a:chExt cx="609573" cy="613020"/>
          </a:xfrm>
          <a:solidFill>
            <a:schemeClr val="bg2">
              <a:lumMod val="90000"/>
            </a:schemeClr>
          </a:solidFill>
        </p:grpSpPr>
        <p:sp>
          <p:nvSpPr>
            <p:cNvPr id="1193" name="Flowchart: Process 1192">
              <a:extLst>
                <a:ext uri="{FF2B5EF4-FFF2-40B4-BE49-F238E27FC236}">
                  <a16:creationId xmlns:a16="http://schemas.microsoft.com/office/drawing/2014/main" id="{2C6ADC9D-FB59-1D8A-5487-623AF844F649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4" name="Flowchart: Process 1193">
              <a:extLst>
                <a:ext uri="{FF2B5EF4-FFF2-40B4-BE49-F238E27FC236}">
                  <a16:creationId xmlns:a16="http://schemas.microsoft.com/office/drawing/2014/main" id="{B903831D-8988-32A0-B80A-CBB0CE435B94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5" name="Flowchart: Process 1194">
              <a:extLst>
                <a:ext uri="{FF2B5EF4-FFF2-40B4-BE49-F238E27FC236}">
                  <a16:creationId xmlns:a16="http://schemas.microsoft.com/office/drawing/2014/main" id="{870EE4C2-2CC6-BC1E-C4EB-E3657B5A81EA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6" name="Flowchart: Process 1195">
              <a:extLst>
                <a:ext uri="{FF2B5EF4-FFF2-40B4-BE49-F238E27FC236}">
                  <a16:creationId xmlns:a16="http://schemas.microsoft.com/office/drawing/2014/main" id="{74EC8E6A-C8E8-5721-74DA-DA27E7AB9866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7" name="Flowchart: Process 1196">
              <a:extLst>
                <a:ext uri="{FF2B5EF4-FFF2-40B4-BE49-F238E27FC236}">
                  <a16:creationId xmlns:a16="http://schemas.microsoft.com/office/drawing/2014/main" id="{1FDA6AAA-5E63-45DE-AB03-0FEAABF76BF3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8" name="Flowchart: Process 1197">
              <a:extLst>
                <a:ext uri="{FF2B5EF4-FFF2-40B4-BE49-F238E27FC236}">
                  <a16:creationId xmlns:a16="http://schemas.microsoft.com/office/drawing/2014/main" id="{CD604743-6CE6-476F-2B1A-C62BE1491A76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99" name="Flowchart: Process 1198">
              <a:extLst>
                <a:ext uri="{FF2B5EF4-FFF2-40B4-BE49-F238E27FC236}">
                  <a16:creationId xmlns:a16="http://schemas.microsoft.com/office/drawing/2014/main" id="{E3FB5974-5EB8-672B-4FE6-433044E5ECEC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0" name="Flowchart: Process 1199">
              <a:extLst>
                <a:ext uri="{FF2B5EF4-FFF2-40B4-BE49-F238E27FC236}">
                  <a16:creationId xmlns:a16="http://schemas.microsoft.com/office/drawing/2014/main" id="{08F47CCC-323A-C8B8-14B2-52018FDDD79F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01" name="Flowchart: Process 1200">
              <a:extLst>
                <a:ext uri="{FF2B5EF4-FFF2-40B4-BE49-F238E27FC236}">
                  <a16:creationId xmlns:a16="http://schemas.microsoft.com/office/drawing/2014/main" id="{559E5EFE-8F4C-6D29-E3E6-9A6F22489372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0C4DE59B-91C0-FB2F-BE32-E0A4BEFAA0E0}"/>
                  </a:ext>
                </a:extLst>
              </p:cNvPr>
              <p:cNvSpPr txBox="1"/>
              <p:nvPr/>
            </p:nvSpPr>
            <p:spPr>
              <a:xfrm>
                <a:off x="8068733" y="5926470"/>
                <a:ext cx="50808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03" name="TextBox 1202">
                <a:extLst>
                  <a:ext uri="{FF2B5EF4-FFF2-40B4-BE49-F238E27FC236}">
                    <a16:creationId xmlns:a16="http://schemas.microsoft.com/office/drawing/2014/main" id="{0C4DE59B-91C0-FB2F-BE32-E0A4BEFAA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8733" y="5926470"/>
                <a:ext cx="508088" cy="276999"/>
              </a:xfrm>
              <a:prstGeom prst="rect">
                <a:avLst/>
              </a:prstGeom>
              <a:blipFill>
                <a:blip r:embed="rId17"/>
                <a:stretch>
                  <a:fillRect l="-10843" r="-4819" b="-15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4" name="TextBox 1203">
                <a:extLst>
                  <a:ext uri="{FF2B5EF4-FFF2-40B4-BE49-F238E27FC236}">
                    <a16:creationId xmlns:a16="http://schemas.microsoft.com/office/drawing/2014/main" id="{6BE230E2-BF2C-9686-FBEA-09C5EC56ACD2}"/>
                  </a:ext>
                </a:extLst>
              </p:cNvPr>
              <p:cNvSpPr txBox="1"/>
              <p:nvPr/>
            </p:nvSpPr>
            <p:spPr>
              <a:xfrm>
                <a:off x="9263050" y="5927814"/>
                <a:ext cx="1000210" cy="2873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...+ </m:t>
                      </m:r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*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04" name="TextBox 1203">
                <a:extLst>
                  <a:ext uri="{FF2B5EF4-FFF2-40B4-BE49-F238E27FC236}">
                    <a16:creationId xmlns:a16="http://schemas.microsoft.com/office/drawing/2014/main" id="{6BE230E2-BF2C-9686-FBEA-09C5EC56AC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50" y="5927814"/>
                <a:ext cx="1000210" cy="287323"/>
              </a:xfrm>
              <a:prstGeom prst="rect">
                <a:avLst/>
              </a:prstGeom>
              <a:blipFill>
                <a:blip r:embed="rId18"/>
                <a:stretch>
                  <a:fillRect l="-5488" t="-2083" b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05" name="TextBox 1204">
                <a:extLst>
                  <a:ext uri="{FF2B5EF4-FFF2-40B4-BE49-F238E27FC236}">
                    <a16:creationId xmlns:a16="http://schemas.microsoft.com/office/drawing/2014/main" id="{F8E3DDAB-7D2B-727E-B265-A879E84C80EA}"/>
                  </a:ext>
                </a:extLst>
              </p:cNvPr>
              <p:cNvSpPr txBox="1"/>
              <p:nvPr/>
            </p:nvSpPr>
            <p:spPr>
              <a:xfrm>
                <a:off x="7135944" y="5918558"/>
                <a:ext cx="286873" cy="298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𝝀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*</m:t>
                          </m:r>
                        </m:sup>
                      </m:sSubSup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1205" name="TextBox 1204">
                <a:extLst>
                  <a:ext uri="{FF2B5EF4-FFF2-40B4-BE49-F238E27FC236}">
                    <a16:creationId xmlns:a16="http://schemas.microsoft.com/office/drawing/2014/main" id="{F8E3DDAB-7D2B-727E-B265-A879E84C8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35944" y="5918558"/>
                <a:ext cx="286873" cy="298928"/>
              </a:xfrm>
              <a:prstGeom prst="rect">
                <a:avLst/>
              </a:prstGeom>
              <a:blipFill>
                <a:blip r:embed="rId19"/>
                <a:stretch>
                  <a:fillRect l="-21277" t="-2041" r="-638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7" name="Connector: Elbow 1206">
            <a:extLst>
              <a:ext uri="{FF2B5EF4-FFF2-40B4-BE49-F238E27FC236}">
                <a16:creationId xmlns:a16="http://schemas.microsoft.com/office/drawing/2014/main" id="{D9DAC093-F556-6E02-68B2-51058FDC4114}"/>
              </a:ext>
            </a:extLst>
          </p:cNvPr>
          <p:cNvCxnSpPr>
            <a:cxnSpLocks/>
          </p:cNvCxnSpPr>
          <p:nvPr/>
        </p:nvCxnSpPr>
        <p:spPr>
          <a:xfrm rot="10800000" flipV="1">
            <a:off x="6181669" y="4757130"/>
            <a:ext cx="4479633" cy="596595"/>
          </a:xfrm>
          <a:prstGeom prst="bentConnector3">
            <a:avLst>
              <a:gd name="adj1" fmla="val 203"/>
            </a:avLst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1" name="Straight Connector 1210">
            <a:extLst>
              <a:ext uri="{FF2B5EF4-FFF2-40B4-BE49-F238E27FC236}">
                <a16:creationId xmlns:a16="http://schemas.microsoft.com/office/drawing/2014/main" id="{E27C235C-167F-DEE9-DDEB-1BCBBD62F3BF}"/>
              </a:ext>
            </a:extLst>
          </p:cNvPr>
          <p:cNvCxnSpPr>
            <a:cxnSpLocks/>
          </p:cNvCxnSpPr>
          <p:nvPr/>
        </p:nvCxnSpPr>
        <p:spPr>
          <a:xfrm>
            <a:off x="7676940" y="4725225"/>
            <a:ext cx="0" cy="6204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18" name="Straight Connector 1217">
            <a:extLst>
              <a:ext uri="{FF2B5EF4-FFF2-40B4-BE49-F238E27FC236}">
                <a16:creationId xmlns:a16="http://schemas.microsoft.com/office/drawing/2014/main" id="{0C50D4EC-51AD-AC1B-C497-C64C0997521F}"/>
              </a:ext>
            </a:extLst>
          </p:cNvPr>
          <p:cNvCxnSpPr>
            <a:cxnSpLocks/>
          </p:cNvCxnSpPr>
          <p:nvPr/>
        </p:nvCxnSpPr>
        <p:spPr>
          <a:xfrm>
            <a:off x="8874369" y="4757131"/>
            <a:ext cx="0" cy="620498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19" name="TextBox 1218">
            <a:extLst>
              <a:ext uri="{FF2B5EF4-FFF2-40B4-BE49-F238E27FC236}">
                <a16:creationId xmlns:a16="http://schemas.microsoft.com/office/drawing/2014/main" id="{569D3C6A-6B88-7DF6-1126-8EAB86A4B1E1}"/>
              </a:ext>
            </a:extLst>
          </p:cNvPr>
          <p:cNvSpPr txBox="1"/>
          <p:nvPr/>
        </p:nvSpPr>
        <p:spPr>
          <a:xfrm>
            <a:off x="9587129" y="499433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投影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0" name="TextBox 1219">
            <a:extLst>
              <a:ext uri="{FF2B5EF4-FFF2-40B4-BE49-F238E27FC236}">
                <a16:creationId xmlns:a16="http://schemas.microsoft.com/office/drawing/2014/main" id="{AC112086-14A1-EB1B-C1DE-EFCA1DB74235}"/>
              </a:ext>
            </a:extLst>
          </p:cNvPr>
          <p:cNvSpPr txBox="1"/>
          <p:nvPr/>
        </p:nvSpPr>
        <p:spPr>
          <a:xfrm>
            <a:off x="7973469" y="4994336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投影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21" name="TextBox 1220">
            <a:extLst>
              <a:ext uri="{FF2B5EF4-FFF2-40B4-BE49-F238E27FC236}">
                <a16:creationId xmlns:a16="http://schemas.microsoft.com/office/drawing/2014/main" id="{FD77531D-0851-0D2F-7DCD-2D7DDFCAF1B0}"/>
              </a:ext>
            </a:extLst>
          </p:cNvPr>
          <p:cNvSpPr txBox="1"/>
          <p:nvPr/>
        </p:nvSpPr>
        <p:spPr>
          <a:xfrm>
            <a:off x="6839879" y="501517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投影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223" name="Connector: Elbow 1222">
            <a:extLst>
              <a:ext uri="{FF2B5EF4-FFF2-40B4-BE49-F238E27FC236}">
                <a16:creationId xmlns:a16="http://schemas.microsoft.com/office/drawing/2014/main" id="{C9B7210D-1D8E-4774-630D-CD00AD7385DC}"/>
              </a:ext>
            </a:extLst>
          </p:cNvPr>
          <p:cNvCxnSpPr>
            <a:cxnSpLocks/>
          </p:cNvCxnSpPr>
          <p:nvPr/>
        </p:nvCxnSpPr>
        <p:spPr>
          <a:xfrm>
            <a:off x="6248400" y="5493082"/>
            <a:ext cx="4428875" cy="28038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7" name="Straight Connector 1226">
            <a:extLst>
              <a:ext uri="{FF2B5EF4-FFF2-40B4-BE49-F238E27FC236}">
                <a16:creationId xmlns:a16="http://schemas.microsoft.com/office/drawing/2014/main" id="{07B6E7FB-43FB-0C37-E39C-4189397AAFD0}"/>
              </a:ext>
            </a:extLst>
          </p:cNvPr>
          <p:cNvCxnSpPr/>
          <p:nvPr/>
        </p:nvCxnSpPr>
        <p:spPr>
          <a:xfrm>
            <a:off x="7674964" y="5493082"/>
            <a:ext cx="0" cy="216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8" name="Straight Connector 1227">
            <a:extLst>
              <a:ext uri="{FF2B5EF4-FFF2-40B4-BE49-F238E27FC236}">
                <a16:creationId xmlns:a16="http://schemas.microsoft.com/office/drawing/2014/main" id="{D0E3779A-92CC-56BD-424F-310990838541}"/>
              </a:ext>
            </a:extLst>
          </p:cNvPr>
          <p:cNvCxnSpPr/>
          <p:nvPr/>
        </p:nvCxnSpPr>
        <p:spPr>
          <a:xfrm>
            <a:off x="8891666" y="5507260"/>
            <a:ext cx="0" cy="2162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0" name="TextBox 1229">
            <a:extLst>
              <a:ext uri="{FF2B5EF4-FFF2-40B4-BE49-F238E27FC236}">
                <a16:creationId xmlns:a16="http://schemas.microsoft.com/office/drawing/2014/main" id="{15129BED-8D64-9573-EC9D-8F9B8F2DBC91}"/>
              </a:ext>
            </a:extLst>
          </p:cNvPr>
          <p:cNvSpPr txBox="1"/>
          <p:nvPr/>
        </p:nvSpPr>
        <p:spPr>
          <a:xfrm>
            <a:off x="6813054" y="544698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校正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1" name="TextBox 1230">
            <a:extLst>
              <a:ext uri="{FF2B5EF4-FFF2-40B4-BE49-F238E27FC236}">
                <a16:creationId xmlns:a16="http://schemas.microsoft.com/office/drawing/2014/main" id="{6479F935-1DA5-E620-46D8-D7BE51FFC1F3}"/>
              </a:ext>
            </a:extLst>
          </p:cNvPr>
          <p:cNvSpPr txBox="1"/>
          <p:nvPr/>
        </p:nvSpPr>
        <p:spPr>
          <a:xfrm>
            <a:off x="7981814" y="5459328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校正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32" name="TextBox 1231">
            <a:extLst>
              <a:ext uri="{FF2B5EF4-FFF2-40B4-BE49-F238E27FC236}">
                <a16:creationId xmlns:a16="http://schemas.microsoft.com/office/drawing/2014/main" id="{1FD9F868-9661-798F-63B9-4C19B610D453}"/>
              </a:ext>
            </a:extLst>
          </p:cNvPr>
          <p:cNvSpPr txBox="1"/>
          <p:nvPr/>
        </p:nvSpPr>
        <p:spPr>
          <a:xfrm>
            <a:off x="9610746" y="5493082"/>
            <a:ext cx="59503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校正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234" name="Group 1233">
            <a:extLst>
              <a:ext uri="{FF2B5EF4-FFF2-40B4-BE49-F238E27FC236}">
                <a16:creationId xmlns:a16="http://schemas.microsoft.com/office/drawing/2014/main" id="{3B1772B5-1A0E-634B-D6B7-6332EAB54E64}"/>
              </a:ext>
            </a:extLst>
          </p:cNvPr>
          <p:cNvGrpSpPr/>
          <p:nvPr/>
        </p:nvGrpSpPr>
        <p:grpSpPr>
          <a:xfrm>
            <a:off x="11066983" y="4779394"/>
            <a:ext cx="609573" cy="613020"/>
            <a:chOff x="8662952" y="3448506"/>
            <a:chExt cx="609573" cy="613020"/>
          </a:xfrm>
          <a:solidFill>
            <a:schemeClr val="accent6">
              <a:lumMod val="20000"/>
              <a:lumOff val="80000"/>
            </a:schemeClr>
          </a:solidFill>
        </p:grpSpPr>
        <p:sp>
          <p:nvSpPr>
            <p:cNvPr id="1235" name="Flowchart: Process 1234">
              <a:extLst>
                <a:ext uri="{FF2B5EF4-FFF2-40B4-BE49-F238E27FC236}">
                  <a16:creationId xmlns:a16="http://schemas.microsoft.com/office/drawing/2014/main" id="{A49C2694-8D98-ABF9-A755-986391CBF786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6" name="Flowchart: Process 1235">
              <a:extLst>
                <a:ext uri="{FF2B5EF4-FFF2-40B4-BE49-F238E27FC236}">
                  <a16:creationId xmlns:a16="http://schemas.microsoft.com/office/drawing/2014/main" id="{E7B07D8A-79B6-6E54-DB6C-A3CE940693F2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7" name="Flowchart: Process 1236">
              <a:extLst>
                <a:ext uri="{FF2B5EF4-FFF2-40B4-BE49-F238E27FC236}">
                  <a16:creationId xmlns:a16="http://schemas.microsoft.com/office/drawing/2014/main" id="{A41A84FD-DA30-CE7A-3CA5-C311BAED63F0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8" name="Flowchart: Process 1237">
              <a:extLst>
                <a:ext uri="{FF2B5EF4-FFF2-40B4-BE49-F238E27FC236}">
                  <a16:creationId xmlns:a16="http://schemas.microsoft.com/office/drawing/2014/main" id="{01C6A289-F869-FE3C-61D4-990A3740AE9F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39" name="Flowchart: Process 1238">
              <a:extLst>
                <a:ext uri="{FF2B5EF4-FFF2-40B4-BE49-F238E27FC236}">
                  <a16:creationId xmlns:a16="http://schemas.microsoft.com/office/drawing/2014/main" id="{4337D6DB-BC24-3389-3C78-302682F90CF3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0" name="Flowchart: Process 1239">
              <a:extLst>
                <a:ext uri="{FF2B5EF4-FFF2-40B4-BE49-F238E27FC236}">
                  <a16:creationId xmlns:a16="http://schemas.microsoft.com/office/drawing/2014/main" id="{A9509153-8E29-C49C-0725-AAB4C5BFBCE3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1" name="Flowchart: Process 1240">
              <a:extLst>
                <a:ext uri="{FF2B5EF4-FFF2-40B4-BE49-F238E27FC236}">
                  <a16:creationId xmlns:a16="http://schemas.microsoft.com/office/drawing/2014/main" id="{007B78DF-C88B-9010-373F-6AA13176277D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2" name="Flowchart: Process 1241">
              <a:extLst>
                <a:ext uri="{FF2B5EF4-FFF2-40B4-BE49-F238E27FC236}">
                  <a16:creationId xmlns:a16="http://schemas.microsoft.com/office/drawing/2014/main" id="{B8D29AC4-CDB9-AF72-0023-02A93E402B1F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43" name="Flowchart: Process 1242">
              <a:extLst>
                <a:ext uri="{FF2B5EF4-FFF2-40B4-BE49-F238E27FC236}">
                  <a16:creationId xmlns:a16="http://schemas.microsoft.com/office/drawing/2014/main" id="{4AE11565-C812-7084-AB65-F6BFF41FC744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45" name="Connector: Elbow 1244">
            <a:extLst>
              <a:ext uri="{FF2B5EF4-FFF2-40B4-BE49-F238E27FC236}">
                <a16:creationId xmlns:a16="http://schemas.microsoft.com/office/drawing/2014/main" id="{D5BC627D-D9A9-D058-F6AE-9E4623980C2B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11006105" y="5694027"/>
            <a:ext cx="451551" cy="365760"/>
          </a:xfrm>
          <a:prstGeom prst="bentConnector3">
            <a:avLst>
              <a:gd name="adj1" fmla="val 2749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9" name="TextBox 1248">
            <a:extLst>
              <a:ext uri="{FF2B5EF4-FFF2-40B4-BE49-F238E27FC236}">
                <a16:creationId xmlns:a16="http://schemas.microsoft.com/office/drawing/2014/main" id="{6A32E8B7-9844-D13E-A345-5971EDDAA102}"/>
              </a:ext>
            </a:extLst>
          </p:cNvPr>
          <p:cNvSpPr txBox="1"/>
          <p:nvPr/>
        </p:nvSpPr>
        <p:spPr>
          <a:xfrm>
            <a:off x="10978297" y="5358298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净化后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50" name="Rectangle: Rounded Corners 1249">
            <a:extLst>
              <a:ext uri="{FF2B5EF4-FFF2-40B4-BE49-F238E27FC236}">
                <a16:creationId xmlns:a16="http://schemas.microsoft.com/office/drawing/2014/main" id="{68A06CBB-E93B-B7B3-DD7A-1761A58101CE}"/>
              </a:ext>
            </a:extLst>
          </p:cNvPr>
          <p:cNvSpPr/>
          <p:nvPr/>
        </p:nvSpPr>
        <p:spPr>
          <a:xfrm>
            <a:off x="10104120" y="3689594"/>
            <a:ext cx="1516379" cy="292059"/>
          </a:xfrm>
          <a:prstGeom prst="roundRect">
            <a:avLst/>
          </a:prstGeom>
          <a:solidFill>
            <a:srgbClr val="DEC3F5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1" name="TextBox 1250">
            <a:extLst>
              <a:ext uri="{FF2B5EF4-FFF2-40B4-BE49-F238E27FC236}">
                <a16:creationId xmlns:a16="http://schemas.microsoft.com/office/drawing/2014/main" id="{FBC4A123-925A-834F-11F4-478BF1EFDC8D}"/>
              </a:ext>
            </a:extLst>
          </p:cNvPr>
          <p:cNvSpPr txBox="1"/>
          <p:nvPr/>
        </p:nvSpPr>
        <p:spPr>
          <a:xfrm>
            <a:off x="10153690" y="3644613"/>
            <a:ext cx="14157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限制于候选层</a:t>
            </a:r>
            <a:endParaRPr 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46454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EB7FB9AF-F241-BF4A-E0EA-3AEF7C07CD38}"/>
              </a:ext>
            </a:extLst>
          </p:cNvPr>
          <p:cNvSpPr/>
          <p:nvPr/>
        </p:nvSpPr>
        <p:spPr>
          <a:xfrm>
            <a:off x="280169" y="677023"/>
            <a:ext cx="4918364" cy="5303520"/>
          </a:xfrm>
          <a:prstGeom prst="rect">
            <a:avLst/>
          </a:prstGeom>
          <a:solidFill>
            <a:srgbClr val="EF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AA8FF0-7A03-7C0D-2F85-1AA81A8BC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48" y="4586733"/>
            <a:ext cx="11949659" cy="552737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CCF1D9C0-DF75-01F5-6FA4-BA7FB0CC3174}"/>
              </a:ext>
            </a:extLst>
          </p:cNvPr>
          <p:cNvGrpSpPr/>
          <p:nvPr/>
        </p:nvGrpSpPr>
        <p:grpSpPr>
          <a:xfrm>
            <a:off x="2183754" y="1784763"/>
            <a:ext cx="2407633" cy="2407633"/>
            <a:chOff x="3378570" y="376587"/>
            <a:chExt cx="2407633" cy="2407633"/>
          </a:xfrm>
        </p:grpSpPr>
        <p:pic>
          <p:nvPicPr>
            <p:cNvPr id="7" name="Picture 6" descr="Deep learning ">
              <a:extLst>
                <a:ext uri="{FF2B5EF4-FFF2-40B4-BE49-F238E27FC236}">
                  <a16:creationId xmlns:a16="http://schemas.microsoft.com/office/drawing/2014/main" id="{91A79E8D-B165-19FE-BEA0-AB04239A6D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78570" y="376587"/>
              <a:ext cx="2407633" cy="24076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C103409-634E-7934-E652-7A5BD596B0AC}"/>
                    </a:ext>
                  </a:extLst>
                </p14:cNvPr>
                <p14:cNvContentPartPr/>
                <p14:nvPr/>
              </p14:nvContentPartPr>
              <p14:xfrm>
                <a:off x="3520320" y="766800"/>
                <a:ext cx="360" cy="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C103409-634E-7934-E652-7A5BD596B0A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57320" y="7041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7885131-6DC1-9C48-38E7-56FBF0C5066C}"/>
                    </a:ext>
                  </a:extLst>
                </p14:cNvPr>
                <p14:cNvContentPartPr/>
                <p14:nvPr/>
              </p14:nvContentPartPr>
              <p14:xfrm>
                <a:off x="4226280" y="492480"/>
                <a:ext cx="360" cy="3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7885131-6DC1-9C48-38E7-56FBF0C5066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63640" y="4298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40B7B9E-CDBD-2A70-1E60-51D78734E56D}"/>
                    </a:ext>
                  </a:extLst>
                </p14:cNvPr>
                <p14:cNvContentPartPr/>
                <p14:nvPr/>
              </p14:nvContentPartPr>
              <p14:xfrm>
                <a:off x="4226280" y="1031040"/>
                <a:ext cx="360" cy="3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40B7B9E-CDBD-2A70-1E60-51D78734E56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63640" y="9684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D7B0EB6-5ABC-80D3-78C1-94E1688DF524}"/>
                    </a:ext>
                  </a:extLst>
                </p14:cNvPr>
                <p14:cNvContentPartPr/>
                <p14:nvPr/>
              </p14:nvContentPartPr>
              <p14:xfrm>
                <a:off x="4231320" y="1559520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D7B0EB6-5ABC-80D3-78C1-94E1688DF52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68680" y="14965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BCCCA59-8041-F945-B795-7FAF47052726}"/>
                    </a:ext>
                  </a:extLst>
                </p14:cNvPr>
                <p14:cNvContentPartPr/>
                <p14:nvPr/>
              </p14:nvContentPartPr>
              <p14:xfrm>
                <a:off x="3525360" y="1290240"/>
                <a:ext cx="360" cy="3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BCCCA59-8041-F945-B795-7FAF4705272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62360" y="12272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D569357-6EA2-F1E5-A34A-C673574B9031}"/>
                    </a:ext>
                  </a:extLst>
                </p14:cNvPr>
                <p14:cNvContentPartPr/>
                <p14:nvPr/>
              </p14:nvContentPartPr>
              <p14:xfrm>
                <a:off x="3525360" y="1823760"/>
                <a:ext cx="360" cy="3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D569357-6EA2-F1E5-A34A-C673574B9031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62360" y="176076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552D837-BF26-86D2-240E-C4F60AD2BDEB}"/>
                    </a:ext>
                  </a:extLst>
                </p14:cNvPr>
                <p14:cNvContentPartPr/>
                <p14:nvPr/>
              </p14:nvContentPartPr>
              <p14:xfrm>
                <a:off x="3520320" y="2346840"/>
                <a:ext cx="360" cy="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552D837-BF26-86D2-240E-C4F60AD2BDE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457320" y="2284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FB61213-7D35-04B3-9D71-24D18F3E4718}"/>
                    </a:ext>
                  </a:extLst>
                </p14:cNvPr>
                <p14:cNvContentPartPr/>
                <p14:nvPr/>
              </p14:nvContentPartPr>
              <p14:xfrm>
                <a:off x="4231320" y="2092680"/>
                <a:ext cx="360" cy="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FB61213-7D35-04B3-9D71-24D18F3E471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68680" y="20300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737CBE7-1804-4AB7-7724-A68127CAC3B0}"/>
                    </a:ext>
                  </a:extLst>
                </p14:cNvPr>
                <p14:cNvContentPartPr/>
                <p14:nvPr/>
              </p14:nvContentPartPr>
              <p14:xfrm>
                <a:off x="4226280" y="2616120"/>
                <a:ext cx="360" cy="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737CBE7-1804-4AB7-7724-A68127CAC3B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63640" y="25534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633F5504-0B46-2117-4AFB-F00B34E80923}"/>
                    </a:ext>
                  </a:extLst>
                </p14:cNvPr>
                <p14:cNvContentPartPr/>
                <p14:nvPr/>
              </p14:nvContentPartPr>
              <p14:xfrm>
                <a:off x="4932240" y="2346840"/>
                <a:ext cx="360" cy="3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633F5504-0B46-2117-4AFB-F00B34E8092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9600" y="22842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BDBA169-910F-0DE6-23AE-0799DEB4D855}"/>
                    </a:ext>
                  </a:extLst>
                </p14:cNvPr>
                <p14:cNvContentPartPr/>
                <p14:nvPr/>
              </p14:nvContentPartPr>
              <p14:xfrm>
                <a:off x="4932240" y="1818360"/>
                <a:ext cx="360" cy="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BDBA169-910F-0DE6-23AE-0799DEB4D85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9600" y="17557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8E62F80-BEDE-448E-4084-8EC93C321C28}"/>
                    </a:ext>
                  </a:extLst>
                </p14:cNvPr>
                <p14:cNvContentPartPr/>
                <p14:nvPr/>
              </p14:nvContentPartPr>
              <p14:xfrm>
                <a:off x="4932240" y="1290240"/>
                <a:ext cx="360" cy="3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8E62F80-BEDE-448E-4084-8EC93C321C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9600" y="122724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A25BB17-F2F9-551D-6BF6-0F621B811270}"/>
                    </a:ext>
                  </a:extLst>
                </p14:cNvPr>
                <p14:cNvContentPartPr/>
                <p14:nvPr/>
              </p14:nvContentPartPr>
              <p14:xfrm>
                <a:off x="4932240" y="756720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A25BB17-F2F9-551D-6BF6-0F621B81127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869600" y="69408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FE7197A-D542-C2EE-0CF1-8C0096DBE4E8}"/>
                    </a:ext>
                  </a:extLst>
                </p14:cNvPr>
                <p14:cNvContentPartPr/>
                <p14:nvPr/>
              </p14:nvContentPartPr>
              <p14:xfrm>
                <a:off x="5638560" y="1026000"/>
                <a:ext cx="360" cy="3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FE7197A-D542-C2EE-0CF1-8C0096DBE4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75920" y="9630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F3DAAF8-3379-E2C8-40D6-EAF89F93E228}"/>
                    </a:ext>
                  </a:extLst>
                </p14:cNvPr>
                <p14:cNvContentPartPr/>
                <p14:nvPr/>
              </p14:nvContentPartPr>
              <p14:xfrm>
                <a:off x="5638560" y="1559520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F3DAAF8-3379-E2C8-40D6-EAF89F93E22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75920" y="149652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60B6DE1-8911-080B-24D0-7A774CC8E23A}"/>
                    </a:ext>
                  </a:extLst>
                </p14:cNvPr>
                <p14:cNvContentPartPr/>
                <p14:nvPr/>
              </p14:nvContentPartPr>
              <p14:xfrm>
                <a:off x="5643600" y="2087640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60B6DE1-8911-080B-24D0-7A774CC8E23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580960" y="2025000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5673C553-7EC6-7B31-C2AF-6FF07164D789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559296" y="3241190"/>
            <a:ext cx="514253" cy="500665"/>
          </a:xfrm>
          <a:prstGeom prst="rect">
            <a:avLst/>
          </a:prstGeom>
        </p:spPr>
      </p:pic>
      <p:pic>
        <p:nvPicPr>
          <p:cNvPr id="2052" name="Picture 4" descr="Bug ">
            <a:extLst>
              <a:ext uri="{FF2B5EF4-FFF2-40B4-BE49-F238E27FC236}">
                <a16:creationId xmlns:a16="http://schemas.microsoft.com/office/drawing/2014/main" id="{24706F6A-9C38-32B6-0A38-F09603D7B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9535" y="1414493"/>
            <a:ext cx="711492" cy="711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0DFB50C5-65C0-4D16-0ECA-9FA4494418F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290816" y="2179653"/>
            <a:ext cx="508153" cy="500727"/>
          </a:xfrm>
          <a:prstGeom prst="rect">
            <a:avLst/>
          </a:prstGeom>
        </p:spPr>
      </p:pic>
      <p:pic>
        <p:nvPicPr>
          <p:cNvPr id="1032" name="Picture 8" descr="Data">
            <a:extLst>
              <a:ext uri="{FF2B5EF4-FFF2-40B4-BE49-F238E27FC236}">
                <a16:creationId xmlns:a16="http://schemas.microsoft.com/office/drawing/2014/main" id="{4C54B7F3-4222-B2F5-1F92-81474D8849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5205" y="618215"/>
            <a:ext cx="1385388" cy="13853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446AF98A-487E-3672-7D1F-6B89E84CED1E}"/>
              </a:ext>
            </a:extLst>
          </p:cNvPr>
          <p:cNvGrpSpPr/>
          <p:nvPr/>
        </p:nvGrpSpPr>
        <p:grpSpPr>
          <a:xfrm>
            <a:off x="8662952" y="3448506"/>
            <a:ext cx="609573" cy="613020"/>
            <a:chOff x="8662952" y="3448506"/>
            <a:chExt cx="609573" cy="613020"/>
          </a:xfrm>
          <a:gradFill>
            <a:gsLst>
              <a:gs pos="0">
                <a:srgbClr val="DEC3F5"/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5400000" scaled="1"/>
          </a:gradFill>
        </p:grpSpPr>
        <p:sp>
          <p:nvSpPr>
            <p:cNvPr id="50" name="Flowchart: Process 49">
              <a:extLst>
                <a:ext uri="{FF2B5EF4-FFF2-40B4-BE49-F238E27FC236}">
                  <a16:creationId xmlns:a16="http://schemas.microsoft.com/office/drawing/2014/main" id="{443EF180-7ABE-1553-3ECD-58D83A8A5F04}"/>
                </a:ext>
              </a:extLst>
            </p:cNvPr>
            <p:cNvSpPr/>
            <p:nvPr/>
          </p:nvSpPr>
          <p:spPr>
            <a:xfrm>
              <a:off x="866295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lowchart: Process 50">
              <a:extLst>
                <a:ext uri="{FF2B5EF4-FFF2-40B4-BE49-F238E27FC236}">
                  <a16:creationId xmlns:a16="http://schemas.microsoft.com/office/drawing/2014/main" id="{7F66881B-66D6-CE25-D981-5A2EA8CA8783}"/>
                </a:ext>
              </a:extLst>
            </p:cNvPr>
            <p:cNvSpPr/>
            <p:nvPr/>
          </p:nvSpPr>
          <p:spPr>
            <a:xfrm>
              <a:off x="8874062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lowchart: Process 52">
              <a:extLst>
                <a:ext uri="{FF2B5EF4-FFF2-40B4-BE49-F238E27FC236}">
                  <a16:creationId xmlns:a16="http://schemas.microsoft.com/office/drawing/2014/main" id="{6A994C68-980F-09CF-3ABB-C19107E67D90}"/>
                </a:ext>
              </a:extLst>
            </p:cNvPr>
            <p:cNvSpPr/>
            <p:nvPr/>
          </p:nvSpPr>
          <p:spPr>
            <a:xfrm>
              <a:off x="9089645" y="344850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" name="Flowchart: Process 1">
              <a:extLst>
                <a:ext uri="{FF2B5EF4-FFF2-40B4-BE49-F238E27FC236}">
                  <a16:creationId xmlns:a16="http://schemas.microsoft.com/office/drawing/2014/main" id="{A3E605CF-516A-6F13-1D46-AAF1E1F9B2C1}"/>
                </a:ext>
              </a:extLst>
            </p:cNvPr>
            <p:cNvSpPr/>
            <p:nvPr/>
          </p:nvSpPr>
          <p:spPr>
            <a:xfrm>
              <a:off x="866295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Flowchart: Process 2">
              <a:extLst>
                <a:ext uri="{FF2B5EF4-FFF2-40B4-BE49-F238E27FC236}">
                  <a16:creationId xmlns:a16="http://schemas.microsoft.com/office/drawing/2014/main" id="{8A022E04-681A-7C0F-4AF2-E4F7A25B9E1A}"/>
                </a:ext>
              </a:extLst>
            </p:cNvPr>
            <p:cNvSpPr/>
            <p:nvPr/>
          </p:nvSpPr>
          <p:spPr>
            <a:xfrm>
              <a:off x="8874062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F4292D11-05C4-BBB4-7756-95B0A0D52A23}"/>
                </a:ext>
              </a:extLst>
            </p:cNvPr>
            <p:cNvSpPr/>
            <p:nvPr/>
          </p:nvSpPr>
          <p:spPr>
            <a:xfrm>
              <a:off x="9089645" y="366357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lowchart: Process 5">
              <a:extLst>
                <a:ext uri="{FF2B5EF4-FFF2-40B4-BE49-F238E27FC236}">
                  <a16:creationId xmlns:a16="http://schemas.microsoft.com/office/drawing/2014/main" id="{CD8BED49-061A-F15E-C3D3-7A6AB24E86BE}"/>
                </a:ext>
              </a:extLst>
            </p:cNvPr>
            <p:cNvSpPr/>
            <p:nvPr/>
          </p:nvSpPr>
          <p:spPr>
            <a:xfrm>
              <a:off x="866295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lowchart: Process 7">
              <a:extLst>
                <a:ext uri="{FF2B5EF4-FFF2-40B4-BE49-F238E27FC236}">
                  <a16:creationId xmlns:a16="http://schemas.microsoft.com/office/drawing/2014/main" id="{60EA1921-D48B-1097-F93E-604CEADEC4C1}"/>
                </a:ext>
              </a:extLst>
            </p:cNvPr>
            <p:cNvSpPr/>
            <p:nvPr/>
          </p:nvSpPr>
          <p:spPr>
            <a:xfrm>
              <a:off x="8874062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163EA5C3-6E04-D62C-F1AB-E14D6DBDAF85}"/>
                </a:ext>
              </a:extLst>
            </p:cNvPr>
            <p:cNvSpPr/>
            <p:nvPr/>
          </p:nvSpPr>
          <p:spPr>
            <a:xfrm>
              <a:off x="9089645" y="3878646"/>
              <a:ext cx="182880" cy="182880"/>
            </a:xfrm>
            <a:prstGeom prst="flowChartProcess">
              <a:avLst/>
            </a:prstGeom>
            <a:grpFill/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8945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340</TotalTime>
  <Words>86</Words>
  <Application>Microsoft Office PowerPoint</Application>
  <PresentationFormat>Widescreen</PresentationFormat>
  <Paragraphs>54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宋体</vt:lpstr>
      <vt:lpstr>Aptos</vt:lpstr>
      <vt:lpstr>Aptos Display</vt:lpstr>
      <vt:lpstr>Arial</vt:lpstr>
      <vt:lpstr>Cambria Math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嘉鑫 高</dc:creator>
  <cp:lastModifiedBy>嘉鑫 高</cp:lastModifiedBy>
  <cp:revision>9</cp:revision>
  <dcterms:created xsi:type="dcterms:W3CDTF">2026-04-27T06:00:34Z</dcterms:created>
  <dcterms:modified xsi:type="dcterms:W3CDTF">2026-04-27T11:42:40Z</dcterms:modified>
</cp:coreProperties>
</file>